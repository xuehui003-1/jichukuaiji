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基础会计实训　怎么上完 15 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58 笔凭证，每人只写一块 + 全班一起过利润关。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6235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现在你：看自己是哪一组、写哪几号。只填通用记账凭证。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为什么不能每人写完全部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为什么：15 课时里，99% 的人写不完 58 笔，更写不到本年利润。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所以中间段分组承包，利润结转全班一起写。每个人都写过凭证，也都过一次利润关。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答案里一共 58 笔（第 1～52 笔日常，第 53～58 笔结转利润）。只认通用记账凭证。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现在你：看这一页。先别写。不用交。不用举手。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 次课　就按这个表走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1 次：老师演示 1 笔。全班写第 1、3 笔。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2 次：全班写第 7、8 笔。找茬挑战。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3～10 次：按组写下面「谁写哪几号」。组内红笔找茬。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11 次：组和组交换凭证夹互审。老师投影发生额汇总。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12～13 次：全班写第 50～52 笔（成本、税金）。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14 次：全班写 53、54、55（结转本年利润、所得税）。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第 15 次：全班写 56、57、58（利润分配）。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现在你：在册子上抄自己组的业务号。不用抄别人的。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谁写哪几号　进门看桌签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资金组：1、3、4、7、8、19、20、24、29、45、32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采购组：10、11、12、14、17、18、23、36、38、42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销售组：5、13、21、25、33、43、30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费用组：6、9、15、16、22、26、28、34、35、37、27、39、40、41、44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生产组：2、31、46、47、48、49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全班一起写（不分组）：50、51、52、53、54、55、56、57、58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27 交税报销水电进费用组，32 备用金进资金组，30 营业外收入进销售组。利润必须全班写。前一天群里只发这一页的合影或截图。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现在你：只写本组号。利润那几笔等老师说「全班一起」再写。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每一笔怎么填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一张通用记账凭证：日期、摘要、借方科目、贷方科目、金额、附件、制单。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审核栏空着，交给别人用红笔找茬。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分录以《基础实训答案（看会计分录）》为准。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不要写收款凭证 / 付款凭证 / 转账凭证。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现在你：拿出空白通用记账凭证。审核栏空着。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带红笔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今天找茬用红笔。自己填用蓝笔或黑笔。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不带红笔：换一种颜色或画圈。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现在你：红笔拿出来。没有就换一支颜色。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28016"/>
            <a:ext cx="11612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利润关　全班一起写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53（1）收入转入本年利润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53（2）费用转入本年利润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54 所得税　55 所得税转入本年利润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56 提取盈余公积、应付股利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57 本年利润转入未分配利润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58 利润分配明细对冲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数字用老师投影的汇总，不要求你亲手写过中间每一笔。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5961888"/>
            <a:ext cx="11612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现在你：跟着投影写这 6 笔。写完实训就过关了。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