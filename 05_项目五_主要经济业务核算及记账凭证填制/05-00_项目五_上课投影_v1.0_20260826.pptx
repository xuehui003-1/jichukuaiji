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项目五　主要经济业务核算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CC80"/>
                </a:solidFill>
                <a:latin typeface="微软雅黑"/>
                <a:ea typeface="微软雅黑"/>
              </a:rPr>
              <a:t>一杯奶茶，从筹钱做到分钱。只填通用记账凭证。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现在你：拿出记录册，翻到项目五。册子这堂课带着，下课带走，不用交。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图放完，老师会抽三个人。抽到你：把册子举起来就行，不用说一个字。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写了：2 分。写得好或愿意念：这题算 5 分。没写：老师跳过，不批评。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册子不用交。不用举手抢答。不用提醒老师给自己加分。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没抽到你，字也要留下——这本册子你一直带着。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1. 一杯奶茶从筹钱到分钱，走完一圈。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2. 三个桶：生产成本、制造费用、管理费用。看这个人干什么活。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3. 卖一次记两笔：收到多少钱，货本身花了多少。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4. 月底收入和费用倒空，才知道这个月赚了多少。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现在你：听老师。先别写。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前面学的是工具。从今天起按一家奶茶店，从左到右走完六个站点。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六个站点分别写了什么。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一杯奶茶的一生</a:t>
            </a:r>
          </a:p>
        </p:txBody>
      </p:sp>
      <p:pic>
        <p:nvPicPr>
          <p:cNvPr id="4" name="Picture 3" descr="项目五-01_一杯奶茶的一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看这六步，你觉得哪一步最花钱？哪一步最赚钱？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四张记账凭证，分别发生在哪一步？先猜编号。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四张凭证上的借和贷。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这四张凭证是哪一步</a:t>
            </a:r>
          </a:p>
        </p:txBody>
      </p:sp>
      <p:pic>
        <p:nvPicPr>
          <p:cNvPr id="4" name="Picture 3" descr="项目五-02_猜猜看四张凭证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项目五第2暂停点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这四张凭证分别对应六步里的哪一步？写出编号。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钱进账户，看起来一样。来路不同，右边那个科目就不同。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两个贷方差在哪。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两种钱的来路</a:t>
            </a:r>
          </a:p>
        </p:txBody>
      </p:sp>
      <p:pic>
        <p:nvPicPr>
          <p:cNvPr id="4" name="Picture 3" descr="项目五-03_两种钱的来路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项目五第3暂停点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都是钱进账户，为什么一个记「实收资本」，一个记「短期借款」？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买机器。买价之外还有运费、安装费。这两笔加起来才是机器的价。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78000 加 2000 那个算式。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买机器的账</a:t>
            </a:r>
          </a:p>
        </p:txBody>
      </p:sp>
      <p:pic>
        <p:nvPicPr>
          <p:cNvPr id="4" name="Picture 3" descr="项目五-04_买机器的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项目五第4暂停点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运费 2000 元，是单独记一笔费用，还是算进机器的成本？为什么？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项目五第5暂停点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买了 30000 元珍珠放在仓库，这时候记哪个科目？领出来用了呢？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现在你：拿出记录册，写在「项目五第5暂停点」。写完不用交、不用举手、不用喊老师加分。老师会抽三个人看册子；抽到你就把册子举起来。没抽到也把字留下。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项目五第6暂停点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自己写一笔分录：用银行存款买了一台冰柜 12000 元，运费 800 元。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只填通用记账凭证。审核栏空着。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做奶茶的钱，要进三个桶。看这个人干什么活，就进哪个桶。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三个桶的标签；水管上写的判断标准。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三个桶</a:t>
            </a:r>
          </a:p>
        </p:txBody>
      </p:sp>
      <p:pic>
        <p:nvPicPr>
          <p:cNvPr id="4" name="Picture 3" descr="项目五-05_三个桶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项目五第7暂停点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车间主管的工资，为什么不进生产成本桶，要进制造费用桶？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六笔支出，三个桶。每个桶都要连上，不能靠位置猜。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六笔分别写了什么。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连线：这笔钱进哪个桶</a:t>
            </a:r>
          </a:p>
        </p:txBody>
      </p:sp>
      <p:pic>
        <p:nvPicPr>
          <p:cNvPr id="4" name="Picture 3" descr="项目五-06_连线三个桶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项目五第8暂停点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六笔支出，各进哪个桶？写出对应关系。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这题难一点。全对，抽到你算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现在你：拿出记录册，写在「项目五第8暂停点」。这题难一点，写对了抽到你算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领料单是上一项目见过的原始凭证。珍珠从仓库进生产成本桶。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领料单；凭证上借哪一个、贷哪一个。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连环画① 领原料</a:t>
            </a:r>
          </a:p>
        </p:txBody>
      </p:sp>
      <p:pic>
        <p:nvPicPr>
          <p:cNvPr id="4" name="Picture 3" descr="项目五-08_连环画1领料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现在你：看图听老师。四张看完再写。先别动笔。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一叠工资，分成三处。看这个人干什么活。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三条箭头分别指向谁。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连环画② 发工资，分三处</a:t>
            </a:r>
          </a:p>
        </p:txBody>
      </p:sp>
      <p:pic>
        <p:nvPicPr>
          <p:cNvPr id="4" name="Picture 3" descr="项目五-09_连环画2工资分三处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现在你：继续看、听。先别写。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项目五第9暂停点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99000 元工资，分别记哪三个科目？各多少钱？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机器八万一次付完。记账却要分十年摊。看那十个小方块。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今年摊的那一块。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连环画③ 算折旧</a:t>
            </a:r>
          </a:p>
        </p:txBody>
      </p:sp>
      <p:pic>
        <p:nvPicPr>
          <p:cNvPr id="4" name="Picture 3" descr="项目五-10_连环画3折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项目五第10暂停点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为什么机器要分十年摊，不能第一年一次算完？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产品做完，生产成本桶要倒空，全部转成库存商品。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桶空了；库存商品那个数。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连环画④ 做完了，桶倒空</a:t>
            </a:r>
          </a:p>
        </p:txBody>
      </p:sp>
      <p:pic>
        <p:nvPicPr>
          <p:cNvPr id="4" name="Picture 3" descr="项目五-11_连环画4完工入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项目五第11暂停点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为什么产品做完要把生产成本转成库存商品？桶里不留着行不行？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制造费用桶不能一直装着。按工资比例分给两种产品。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4/7 和 3/7 是从哪来的。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制造费用分配</a:t>
            </a:r>
          </a:p>
        </p:txBody>
      </p:sp>
      <p:pic>
        <p:nvPicPr>
          <p:cNvPr id="4" name="Picture 3" descr="项目五-07_制造费用分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5675"/>
            <a:ext cx="8529865" cy="47980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项目五第12暂停点　请写 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制造费用 16000，按工资比例分给 A、B 两种产品，各分多少？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这题难一点。算对，抽到你算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现在你：拿出记录册，写在「项目五第12暂停点」。这题难一点，写对了抽到你算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项目五第13暂停点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分配完之后，制造费用桶里还剩多少？为什么？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卖一杯，要记两笔：收到多少钱，货本身花了多少。少一笔，赚多少就看不出来。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两条箭头；大括号那个「赚多少」。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一卖两笔账</a:t>
            </a:r>
          </a:p>
        </p:txBody>
      </p:sp>
      <p:pic>
        <p:nvPicPr>
          <p:cNvPr id="4" name="Picture 3" descr="项目五-12_一卖两笔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项目五第14暂停点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卖一次为什么要记两笔账？只记收入行不行？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项目五第15暂停点　请写 40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自己写两笔分录：卖出奶茶收现金 8000，这批奶茶的成本是 4800。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这题难一点。两笔都对，抽到你算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现在你：拿出记录册，写在「项目五第15暂停点」。这题难一点，写对了抽到你算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货送了，钱还没收到。收入算在送货那天，不算定回来那天。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两个日期；右边那句「这时候不算收入」。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赊销：货送了钱没收</a:t>
            </a:r>
          </a:p>
        </p:txBody>
      </p:sp>
      <p:pic>
        <p:nvPicPr>
          <p:cNvPr id="4" name="Picture 3" descr="项目五-13_赊销和收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项目五第16暂停点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 月 5 日收到货款时，为什么不能再记一次收入？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项目五第17暂停点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如果客户一直不给钱，这笔收入还算数吗？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月底三个桶往漏斗里倒。收入减成本减费用，才是这个月赚的。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漏斗中间那个算式。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月底算总账</a:t>
            </a:r>
          </a:p>
        </p:txBody>
      </p:sp>
      <p:pic>
        <p:nvPicPr>
          <p:cNvPr id="4" name="Picture 3" descr="项目五-14_算利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项目五第18暂停点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收入 120000，成本 72000，管理费用 21000。这个月赚了多少？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项目五第19暂停点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为什么这几个科目月底必须全部倒空？留着行不行？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现在你：拿出记录册，写在「项目五第19暂停点」。写完不用交、不用举手、不用喊老师加分。老师会抽三个人看册子；抽到你就把册子举起来。没抽到也把字留下。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项目五第20暂停点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赚的这 27000，全归老板吗？想想还要给谁。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现在你：拿出记录册，写在「项目五第20暂停点」。写完不用交、不用举手、不用喊老师加分。老师会抽三个人看册子；抽到你就把册子举起来。没抽到也把字留下。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27000 还要分：先交税，再提盈余公积，剩下的才是老板能拿的。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三次分流；最后剩下的那个数。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这 27000 怎么分</a:t>
            </a:r>
          </a:p>
        </p:txBody>
      </p:sp>
      <p:pic>
        <p:nvPicPr>
          <p:cNvPr id="4" name="Picture 3" descr="项目五-15_利润怎么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项目五第21暂停点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27000 元里，交税 6750，提盈余公积 2025。老板最后能拿多少？验算一下。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现在你：拿出记录册，写在「项目五第21暂停点」。写完不用交、不用举手、不用喊老师加分。老师会抽三个人看册子；抽到你就把册子举起来。没抽到也把字留下。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开头那张是直线。现在走完，变成一圈。钱转一圈又回到起点。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六个站点怎么连成圈。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一圈走完了</a:t>
            </a:r>
          </a:p>
        </p:txBody>
      </p:sp>
      <p:pic>
        <p:nvPicPr>
          <p:cNvPr id="4" name="Picture 3" descr="项目五-16_一圈走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项目五第22暂停点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分完钱之后，剩下的钱去哪了？这一圈和项目一学的「钱在转圈」是一回事吗？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现在你：拿出记录册，写在「项目五第22暂停点」。写完不用交、不用举手、不用喊老师加分。老师会抽三个人看册子；抽到你就把册子举起来。没抽到也把字留下。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记录册先合上，放桌上。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老师抽三个人。抽到你：把册子举起来。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没抽到：不用动，也不用举手。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空白的，老师跳过，不说话。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现在你：合上册子等抽。没抽到不用动。不用提醒老师加分。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三笔分录，有的错了。找借贷写反、进错桶、漏记成本。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三道题各错在哪。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找茬　三笔分录</a:t>
            </a:r>
          </a:p>
        </p:txBody>
      </p:sp>
      <p:pic>
        <p:nvPicPr>
          <p:cNvPr id="4" name="Picture 3" descr="项目五-17_找茬三笔分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现在你：看图找错。写在册子上。不用交。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找茬　为了什么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为什么：练的是本项目最容易混的三处——借贷方向、三个桶、一卖两笔。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找出 2 处 2 分，3 处全对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现在你：对照册子，改在旁边。不用交。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后面几张是备用。主线到上一页已经讲完。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老师说「再用」你再看。没说就收拾书包。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现在你：听老师。老师没说再用，就不用写、不用看。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备用。同一批珍珠，换了四个名字。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四个科目分别在哪一步用。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猜猜看：这四个科目什么时候用</a:t>
            </a:r>
          </a:p>
        </p:txBody>
      </p:sp>
      <p:pic>
        <p:nvPicPr>
          <p:cNvPr id="4" name="Picture 3" descr="项目五-18_猜猜看四个科目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备用。生产过程六步，排顺序。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分配制造费用在完工入库前还是后。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排序：生产过程六步</a:t>
            </a:r>
          </a:p>
        </p:txBody>
      </p:sp>
      <p:pic>
        <p:nvPicPr>
          <p:cNvPr id="4" name="Picture 3" descr="项目五-19_排序生产流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备用。这笔业务用哪个科目。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买冰柜的借方和贷方。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连线：这笔业务用哪个科目</a:t>
            </a:r>
          </a:p>
        </p:txBody>
      </p:sp>
      <p:pic>
        <p:nvPicPr>
          <p:cNvPr id="4" name="Picture 3" descr="项目五-20_连线业务配科目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备用。一杯奶茶的成本是怎么加出来的。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00000"/>
            <a:ext cx="1106424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看图时请盯住：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</a:rPr>
              <a:t>直接材料、直接人工、制造费用。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一杯奶茶的成本是怎么算出来的</a:t>
            </a:r>
          </a:p>
        </p:txBody>
      </p:sp>
      <p:pic>
        <p:nvPicPr>
          <p:cNvPr id="4" name="Picture 3" descr="项目五-21_成本明细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5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离开教室之前记住这几句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1. 钱的来路不同，贷方科目就不同。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2. 三个桶：看这个人干什么活。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3. 卖一次记两笔。月底收入费用倒空。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12121"/>
                </a:solidFill>
                <a:latin typeface="微软雅黑"/>
                <a:ea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F3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下课前看这一页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00000"/>
            <a:ext cx="1170432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做什么：对着下面四张图，把一杯奶茶从筹钱到分钱讲大约 50 秒，发班级群。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为什么：能讲出这一圈，才知道凭证、三个桶、一卖两笔是怎么串起来的。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怎么讲：①筹钱和买东西  ②三个桶把奶茶做出来  ③卖掉记两笔  ④算出赚多少、怎么分。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做完：发班级群。不用交本子。下节课抽几个人，愿意放给大家听的加分。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微软雅黑"/>
                <a:ea typeface="微软雅黑"/>
              </a:rPr>
              <a:t>另外：教材本项目判断题前 3 道。写在册子或教材上。不用交。下节课抽人对一下。</a:t>
            </a:r>
          </a:p>
        </p:txBody>
      </p:sp>
      <p:pic>
        <p:nvPicPr>
          <p:cNvPr id="6" name="Picture 5" descr="项目五-01_一杯奶茶的一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752784"/>
            <a:ext cx="2788920" cy="15687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032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1 六个站点</a:t>
            </a:r>
          </a:p>
        </p:txBody>
      </p:sp>
      <p:pic>
        <p:nvPicPr>
          <p:cNvPr id="8" name="Picture 7" descr="项目五-05_三个桶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44" y="2752784"/>
            <a:ext cx="2788920" cy="15687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9544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2 三个桶</a:t>
            </a:r>
          </a:p>
        </p:txBody>
      </p:sp>
      <p:pic>
        <p:nvPicPr>
          <p:cNvPr id="10" name="Picture 9" descr="项目五-12_一卖两笔账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752367"/>
            <a:ext cx="2788920" cy="15696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63056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3 一卖两笔</a:t>
            </a:r>
          </a:p>
        </p:txBody>
      </p:sp>
      <p:pic>
        <p:nvPicPr>
          <p:cNvPr id="12" name="Picture 11" descr="项目五-16_一圈走完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7" y="2752367"/>
            <a:ext cx="2788920" cy="15696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16567" y="46200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/>
                <a:ea typeface="微软雅黑"/>
              </a:rPr>
              <a:t>4 走完一圈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现在你：课后按上面的图录音，发班级群。不用交本子。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