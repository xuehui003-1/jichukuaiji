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项目四　填制和审核会计凭证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只填通用记账凭证。不讲收款、付款、转账三种专用凭证。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现在你：拿出记录册和练习纸。审核栏空着。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今天只认这一种凭证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原始凭证：发票、收据、回单——别人给你的，证明事发生过。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记账凭证：你自己填的通用记账凭证。写日期、摘要、借方、贷方、金额、附件、制单。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不要写「收款凭证」「付款凭证」「转账凭证」。金融班这门课不考这三种。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现在你：看这一页。先别写。不用交。不用举手。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课堂练习　填一张通用记账凭证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 月 15 日，用银行存款支付本月电费 800 元。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 04-E1 练习纸。60 秒。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借：管理费用 800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贷：银行存款 800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摘要：支付 3 月电费　附件：1 张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制单写自己的名字。审核栏空着。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现在你：在练习纸上填。审核栏空着。不用交。写完等找茬。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找茬挑战　不要闷头互审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老师投出一张有错的凭证。全班一起找，写在册子上。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找出 2 处 2 分，3 处全对 5 分。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详细规则和例题见 90-C14「找茬挑战」。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现在你：看这一页。先别写。不用交。不用举手。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课后两件事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四格连环画配音 40 秒，说清借什么贷什么，发群。只说通用记账凭证。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② 再填一张电费那笔。审核栏空着。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不用交本子。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现在你：课后做绿条说的事。不用交本子。配音发班级群。下节课抽人看册子。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下一节如果继续填凭证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带红笔。找茬用红的，自己填用蓝的或黑的。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现在你：写下「带红笔」。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