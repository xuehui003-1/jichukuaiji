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项目四　填制和审核会计凭证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只填通用记账凭证。不讲收款、付款、转账三种专用凭证。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现在你：拿出记录册和练习纸。审核栏空着。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今天只认这一种凭证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原始凭证：发票、收据、回单——别人给你的，证明事发生过。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记账凭证：你自己填的通用记账凭证。写日期、摘要、借方、贷方、金额、附件、制单。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不要写「收款凭证」「付款凭证」「转账凭证」。金融班这门课不考这三种。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现在你：看这一页。先别写。不用交。不用举手。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课堂练习　填一张通用记账凭证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 月 15 日，用银行存款支付本月电费 800 元。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 04-E1 练习纸。60 秒。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借：管理费用 800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贷：银行存款 800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摘要：支付 3 月电费　附件：1 张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制单写自己的名字。审核栏空着。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现在你：在练习纸上填。审核栏空着。不用交。写完等找茬。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不是同桌互相改作业。全班盯下一张「有错的凭证」抢着找。
写在记录册。1 分钟。找出 2 处 2 分，3 处全对 5 分。
只认通用记账凭证。下一页就是那张错凭证，不用打开别的文件。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不是同桌互相改作业。全班盯下一张「有错的凭证」抢着找。
写在记录册。1 分钟。找出 2 处 2 分，3 处全对 5 分。
只认通用记账凭证。下一页就是那张错凭证，不用打开别的文件。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现在你：听规则。下一页才是那张错凭证。先别写。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先别布置配音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配音不要现在布置。四格连环画还在后面。
看到「课后就这一件　四格配音」那一页，再让学生录音。
现在先做找茬、先看连环画。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现在你：先做找茬、先看连环画。配音等「课后就这一件」那一页。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下一节如果继续填凭证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带红笔。找茬用红的，自己填用蓝的或黑的。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现在你：写下「带红笔」。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　这张通用记账凭证有 3 处错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日期：2026年3月15日　　记字第 3 号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摘要：付电费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借：管理费用　　800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贷：库存现金　　800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附件：0 张　　制单：张三　　审核：张三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题目其实是：用银行存款支付本月电费 800 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现在你：写在册子上，哪三处错。1 分钟。不用交。抽到再举册子。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揭晓　三处错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贷方写成了库存现金，应是银行存款。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附件写成 0，电费单至少 1 张。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审核栏签了自己的名，自己填的自己不能审。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现在你：对照册子，改在旁边。不用交。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四格连环画　先看完再配音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下面四格：收到发票 → 想科目 → 填凭证 → 钉在一起。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这一节课先看、先听老师讲。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课后任务在四格全部看完之后的那一页，现在先别录音。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现在你：看图听老师。先别录音。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连环画① 收到发票</a:t>
            </a:r>
          </a:p>
        </p:txBody>
      </p:sp>
      <p:pic>
        <p:nvPicPr>
          <p:cNvPr id="4" name="Picture 3" descr="项目四-09_连环画1收到发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4531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现在你：看图，听老师。先别录音。不用交。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连环画② 想科目</a:t>
            </a:r>
          </a:p>
        </p:txBody>
      </p:sp>
      <p:pic>
        <p:nvPicPr>
          <p:cNvPr id="4" name="Picture 3" descr="项目四-10_连环画2判断科目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4531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现在你：看图，听老师。先别录音。不用交。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连环画③ 填凭证</a:t>
            </a:r>
          </a:p>
        </p:txBody>
      </p:sp>
      <p:pic>
        <p:nvPicPr>
          <p:cNvPr id="4" name="Picture 3" descr="项目四-12_连环画3填凭证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4531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现在你：看图，听老师。先别录音。不用交。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连环画④ 钉在一起</a:t>
            </a:r>
          </a:p>
        </p:txBody>
      </p:sp>
      <p:pic>
        <p:nvPicPr>
          <p:cNvPr id="4" name="Picture 3" descr="项目四-13_连环画4装订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4531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现在你：看图，听老师。先别录音。不用交。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课后就这一件　四格配音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把刚才四格按顺序配音，总共大约 40 秒，发班级群。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必须说出：借哪个科目、贷哪个科目、金额多少。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只说「记账凭证」。不要说收款凭证、付款凭证、转账凭证。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交了 2 分。科目和借贷都说对 5 分。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另外：练习纸再填一张电费 800。审核栏空着。不用交本子。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现在你：课后录音发群。再填一张练习纸。不用交本子。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