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给学生看这一页。你自己打开 01-00 主文档对照台词。带★的句子一个字别改。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 90-C00 开学第一课那几句说。不要讲代号、红线、教学方案。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13 分钟。先不放图，站着问。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开场，不用图。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小新（细、快）：妈，再给我三百。</a:t>
            </a:r>
          </a:p>
          <a:p>
            <a:r>
              <a:t>小新妈妈：★ 你两千五花哪了？</a:t>
            </a:r>
          </a:p>
          <a:p>
            <a:r>
              <a:t>小新：……我不知道。</a:t>
            </a:r>
          </a:p>
          <a:p>
            <a:r>
              <a:t>停两秒。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旁白：他记了一个月。花一笔，记一笔。合计空着，留给学生算。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 外卖不也是吃饭吗，你怎么还单独记一栏？</a:t>
            </a:r>
          </a:p>
          <a:p>
            <a:r>
              <a:t>可让学生读图上的字。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 所以你这五百四，买的不是饭，是不想动。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给足 30 秒。别插话。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口头问即可。◆ 抽 3 人举册子。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知识点1讲完。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风间：……修屏幕那一百五呢。停三秒。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指着红杠问：这十九天里，他这八百块钱在干什么？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 这十九天，你这八百块干不了任何别的事。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＋ 加分题。写出「钱被压着」或算出 360 的举册子，5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融资 → 投资 → 营业。剩下的钱又变成下一轮本钱。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必须收齐。用你已经建好的那张表。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风间：★ 所以，你身上有五千的东西，但其中两千九，是别人的。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小新妈妈：★ 你这个月赚了多少？你这个月花了多少？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猜到「赚了多少」「花了多少」的举册子，5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一次只露一笔。学生填五行表。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＋ 本项目最难的加分题。意思对就行。5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不设暂停点。课上讲快了、下次复习再用。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不占固定课时。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不占固定课时。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不占固定课时。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不占固定课时。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不占固定课时。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喜好从点单表第5-7题来。第16题选「这次先不参加」的不要画。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54F"/>
                </a:solidFill>
                <a:latin typeface="微软雅黑"/>
                <a:ea typeface="微软雅黑"/>
              </a:rPr>
              <a:t>项目一　认识会计工作与企业经济业务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上课投影用　图和暂停点在这里　台词看主文档 01-00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这门课怎么记分（说一遍就行）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微软雅黑"/>
                <a:ea typeface="微软雅黑"/>
              </a:rPr>
              <a:t>册子每节课带着。图停下来，你写一句自己的猜测。
我不收册子。每节课随机抽三个人，把册子举起来给我看一眼。
写了，2 分。写得好或愿意念，这题算 5 分。一道题最多 5 分。
没写的，我不说什么。就是没分。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知识点 1　会计的核算职能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项目一第1暂停点　　请暂停 15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把这两个数写在册子上：
我猜自己这个月花了 ________ 元
花得最多的是 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　小新答不上来</a:t>
            </a:r>
          </a:p>
        </p:txBody>
      </p:sp>
      <p:pic>
        <p:nvPicPr>
          <p:cNvPr id="4" name="Picture 3" descr="项目一-01_小新答不上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　一个月的账单</a:t>
            </a:r>
          </a:p>
        </p:txBody>
      </p:sp>
      <p:pic>
        <p:nvPicPr>
          <p:cNvPr id="4" name="Picture 3" descr="项目一-02_一个月的账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项目一第2暂停点　　请暂停 25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这八笔加起来是多少？在册子上算出来。
算完接着写：如果是你，你会问哪一句？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3　风间问的那一句</a:t>
            </a:r>
          </a:p>
        </p:txBody>
      </p:sp>
      <p:pic>
        <p:nvPicPr>
          <p:cNvPr id="4" name="Picture 3" descr="项目一-03_风间问的那一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4　十二块和二十五块</a:t>
            </a:r>
          </a:p>
        </p:txBody>
      </p:sp>
      <p:pic>
        <p:nvPicPr>
          <p:cNvPr id="4" name="Picture 3" descr="项目一-04_十二块和二十五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项目一第3暂停点　　请暂停 30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打开你的外卖软件，看这个月账单。
把真实数字写在册子上，再写：
我猜的和实际差了 ________ 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5　那三件事</a:t>
            </a:r>
          </a:p>
        </p:txBody>
      </p:sp>
      <p:pic>
        <p:nvPicPr>
          <p:cNvPr id="4" name="Picture 3" descr="项目一-05_那三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◆ 抽 3 个人，册子举起来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打开 90-B2 点名器。
写了 2 分。空白，跳过，不说话。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知识点 2　成本的完整概念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6　我赚了四百</a:t>
            </a:r>
          </a:p>
        </p:txBody>
      </p:sp>
      <p:pic>
        <p:nvPicPr>
          <p:cNvPr id="4" name="Picture 3" descr="项目一-06_我赚了四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7　被漏算的东西</a:t>
            </a:r>
          </a:p>
        </p:txBody>
      </p:sp>
      <p:pic>
        <p:nvPicPr>
          <p:cNvPr id="4" name="Picture 3" descr="项目一-07_被漏算的东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项目一第4暂停点　　请暂停 30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看图，小新漏算了什么？
一样样找出来写在册子上，然后重算：
他实际赚了多少？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8　重算一遍</a:t>
            </a:r>
          </a:p>
        </p:txBody>
      </p:sp>
      <p:pic>
        <p:nvPicPr>
          <p:cNvPr id="4" name="Picture 3" descr="项目一-08_重算一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9　十九天：这单做了多久</a:t>
            </a:r>
          </a:p>
        </p:txBody>
      </p:sp>
      <p:pic>
        <p:nvPicPr>
          <p:cNvPr id="4" name="Picture 3" descr="项目一-09A_十九天日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10　转一次 vs 转两次</a:t>
            </a:r>
          </a:p>
        </p:txBody>
      </p:sp>
      <p:pic>
        <p:nvPicPr>
          <p:cNvPr id="4" name="Picture 3" descr="项目一-09_十九天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项目一第5暂停点　　请暂停 20 秒　　＋ 加分题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这十九天里，小新那八百块钱在干什么？
如果十九天能转两次，他能赚多少？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＋ 加分题　第 5 暂停点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写出「钱被压着」或算出 360 的，册子举起来。
写对 5 分。不用念出来。
这就是加分题，不要另发企业微信。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知识点 3　会计到底在管什么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11　钱在转圈</a:t>
            </a:r>
          </a:p>
        </p:txBody>
      </p:sp>
      <p:pic>
        <p:nvPicPr>
          <p:cNvPr id="4" name="Picture 3" descr="项目一-25_钱在转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12　管什么，不管什么</a:t>
            </a:r>
          </a:p>
        </p:txBody>
      </p:sp>
      <p:pic>
        <p:nvPicPr>
          <p:cNvPr id="4" name="Picture 3" descr="项目一-26_管什么不管什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项目一第6暂停点　　请暂停 25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下面这几件事，哪些会计要管，哪些不管？
① 店里进了一批珍珠
② 新来的店员很勤快
③ 客户欠了两千块
④ 隔壁开了家竞品店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知识点 4　为什么学会计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13　银行洽谈桌</a:t>
            </a:r>
          </a:p>
        </p:txBody>
      </p:sp>
      <p:pic>
        <p:nvPicPr>
          <p:cNvPr id="4" name="Picture 3" descr="项目一-10_银行洽谈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项目一第7暂停点　　请暂停 25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如果你是那个银行职员，
你最想追问他哪三个问题？
写在册子上。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14　师傅的三个问题</a:t>
            </a:r>
          </a:p>
        </p:txBody>
      </p:sp>
      <p:pic>
        <p:nvPicPr>
          <p:cNvPr id="4" name="Picture 3" descr="项目一-11_师傅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15　同一件事</a:t>
            </a:r>
          </a:p>
        </p:txBody>
      </p:sp>
      <p:pic>
        <p:nvPicPr>
          <p:cNvPr id="4" name="Picture 3" descr="项目一-12_同一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◆ 抽 3 个人，册子举起来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看第6、第7暂停点写了没有。
写了 2 分。写好或愿意念 5 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发开学点单（约 10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企业微信收集表发到班级群。
当堂填、当堂看谁没交。
学号一定要填对。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 2 周　资产、负债、所有者权益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16　左右分栏的家当</a:t>
            </a:r>
          </a:p>
        </p:txBody>
      </p:sp>
      <p:pic>
        <p:nvPicPr>
          <p:cNvPr id="4" name="Picture 3" descr="项目一-13_左右分栏的家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项目一第8暂停点　　请暂停 25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写下你现在的全部身家。
左边写你有什么，右边写你欠什么。
手机、电脑、鞋都算上；分期、借的钱、花呗也都算上。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17　风间的三个问题</a:t>
            </a:r>
          </a:p>
        </p:txBody>
      </p:sp>
      <p:pic>
        <p:nvPicPr>
          <p:cNvPr id="4" name="Picture 3" descr="项目一-14_风间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18　会计等式天平</a:t>
            </a:r>
          </a:p>
        </p:txBody>
      </p:sp>
      <p:pic>
        <p:nvPicPr>
          <p:cNvPr id="4" name="Picture 3" descr="项目一-15_会计等式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项目一第9暂停点　　请暂停 25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真正属于小新自己的是多少？
算完，把你自己的三个数也填进天平里。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项目一第10暂停点　　请暂停 20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为什么左边一定等于右边？
用你自己的话写一句。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19　三个名字</a:t>
            </a:r>
          </a:p>
        </p:txBody>
      </p:sp>
      <p:pic>
        <p:nvPicPr>
          <p:cNvPr id="4" name="Picture 3" descr="项目一-16_三个名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◆ 抽 3 个人，册子举起来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看天平三个数填了没有。
写了 2 分。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六大会计要素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20　三块牌子</a:t>
            </a:r>
          </a:p>
        </p:txBody>
      </p:sp>
      <p:pic>
        <p:nvPicPr>
          <p:cNvPr id="4" name="Picture 3" descr="项目一-17_三块牌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项目一第11暂停点　　请暂停 30 秒　　＋ 加分题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他妈接下来要问的两个问题，会是什么？
把你猜的写下来。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项目一第12暂停点　　请暂停 20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要说清「这一个月发生了什么」，
需要几个新词？分别是什么？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21　六个会计要素</a:t>
            </a:r>
          </a:p>
        </p:txBody>
      </p:sp>
      <p:pic>
        <p:nvPicPr>
          <p:cNvPr id="4" name="Picture 3" descr="项目一-18_六个会计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打地鼠　要素档（约 15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打开 90-B1，难度选「要素档」。
每组派代表上台。获胜小组每人 5 分。
第 1 周不要玩这个。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 3 周　天平为什么不倒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22　奶茶店的天平</a:t>
            </a:r>
          </a:p>
        </p:txBody>
      </p:sp>
      <p:pic>
        <p:nvPicPr>
          <p:cNvPr id="4" name="Picture 3" descr="项目一-19_奶茶店的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23　第一天到第二十天</a:t>
            </a:r>
          </a:p>
        </p:txBody>
      </p:sp>
      <p:pic>
        <p:nvPicPr>
          <p:cNvPr id="4" name="Picture 3" descr="项目一-20_五笔业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项目一第13暂停点　　请暂停 90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册子上那张五行表，跟着老师一笔一笔填。
每发生一件事填三格：
左边怎么变　右边怎么变　天平歪不歪
五行填完，数一下最后一列几个「平」。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图 24　一次都没歪</a:t>
            </a:r>
          </a:p>
        </p:txBody>
      </p:sp>
      <p:pic>
        <p:nvPicPr>
          <p:cNvPr id="4" name="Picture 3" descr="项目一-21_一次都没歪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0891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上台　试着让天平倒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打开 01-03 天平实验室（浏览器）。
轮流上台试。上台的每人 2 分。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C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项目一第14暂停点　　请暂停 30 秒　　＋ 加分题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微软雅黑"/>
                <a:ea typeface="微软雅黑"/>
              </a:rPr>
              <a:t>回头看你填的那五行。
这五笔业务，能不能归成两类？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46E7A"/>
                </a:solidFill>
                <a:latin typeface="微软雅黑"/>
                <a:ea typeface="微软雅黑"/>
              </a:rPr>
              <a:t>写在记录册上。写了就有分，不用站起来。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＋ 加分题　第 14 暂停点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自己归出两类的，册子举起来。
意思对就行，不要求用术语。5 分。
这就是加分题，不要另做企业微信。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小组赛　九种类型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5E20"/>
                </a:solidFill>
                <a:latin typeface="微软雅黑"/>
                <a:ea typeface="微软雅黑"/>
              </a:rPr>
              <a:t>翻教材，把九种类型找出来。
每一种属于刚才哪一类，在书上标。
谁先集齐，每人 5 分。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机动　有时间再放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机动　猜猜看：哪些算资产</a:t>
            </a:r>
          </a:p>
        </p:txBody>
      </p:sp>
      <p:pic>
        <p:nvPicPr>
          <p:cNvPr id="4" name="Picture 3" descr="项目一-27_猜猜看哪些是资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机动　连线：六大要素</a:t>
            </a:r>
          </a:p>
        </p:txBody>
      </p:sp>
      <p:pic>
        <p:nvPicPr>
          <p:cNvPr id="4" name="Picture 3" descr="项目一-28_连线六大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机动　找茬：哪个数算错了</a:t>
            </a:r>
          </a:p>
        </p:txBody>
      </p:sp>
      <p:pic>
        <p:nvPicPr>
          <p:cNvPr id="4" name="Picture 3" descr="项目一-29_找茬清单算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机动　排序：开店五件事</a:t>
            </a:r>
          </a:p>
        </p:txBody>
      </p:sp>
      <p:pic>
        <p:nvPicPr>
          <p:cNvPr id="4" name="Picture 3" descr="项目一-30_排序开店五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  机动　一个学生 vs 一家店</a:t>
            </a:r>
          </a:p>
        </p:txBody>
      </p:sp>
      <p:pic>
        <p:nvPicPr>
          <p:cNvPr id="4" name="Picture 3" descr="项目一-31_对比学生与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99161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D54F"/>
                </a:solidFill>
                <a:latin typeface="微软雅黑"/>
                <a:ea typeface="微软雅黑"/>
              </a:rPr>
              <a:t>项目一结束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评这个项目分最高的、进步最大的。
合照图先发给本人，他说行才公开。
这次不做惩罚图。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