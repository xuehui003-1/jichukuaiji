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不要说第几周。变声：小新细而快，风间慢而平，旁白本音。学生动作只看绿色条。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开学第一次把这段说完。之后每堂课不用再讲一遍。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不要念教材目录。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旁白本音。停够 15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旁白：这个月你花得最多的一笔是什么？一共花了多少？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配音：小新细快；妈妈尖快：★你两千五花哪了？小新心虚：我不知道。停两秒。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停两秒。让「我不知道」停在教室里。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旁白：买瓶水都记。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合计图上没有。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算完你说：两千五百四十。他妈给他两千五。他超支了四十。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可以说「风间问他——」停住，让学生读图上的字。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外卖不也是吃饭吗，你怎么还单独记一栏？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风间：★所以你这五百四，买的不是饭，是不想动。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配音后停一秒。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给足 30 秒。让反应自己发生，别插话。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先让两三个人说说。等他们说完再给术语。一秒都不能早。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吉永老师：★小新那一个月，其实做了三件事。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不要让他们抄定义。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不要急着给「成本」两个字。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接到漏算。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让学生先看。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合成一次停顿。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对一下学生算的数。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这张不能省。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铺垫加分题。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加分题。扫一眼。不用念。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对上加分题答案。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①管 ②不管 ③管 ④不管。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这段讲完抽 3 人举册子。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 90-B2。不要当众念他们写的数字。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不要说第2周。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不要当众念数字。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术语在算完之后给。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加分题。不用念。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这里不设暂停点。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直接讲，把时间留给打地鼠。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打开 90-B1，选要素档。切忌分录档。下课导出。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不要说第3周。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可用 01-03 网页一起投。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上台尝试 +2。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本段最难。先让他说，再说课本。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不要为了放完而赶。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时间够再用。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时间够再用。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时间够再用。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时间够再用。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时间够再用。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第一节课最后 10 分钟。删掉默认题再发。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不要说这三周。不要当堂做图。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E27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　认识会计工作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FFCC80"/>
                </a:solidFill>
                <a:latin typeface="微软雅黑"/>
                <a:ea typeface="微软雅黑"/>
                <a:cs typeface="微软雅黑"/>
              </a:rPr>
              <a:t>小新每个月两千五，花哪了自己说不清。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62356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现在你：拿出记录册，翻到项目一。这本册子这堂课带着，下课带走，不用交。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这堂课你怎么跟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图放完，老师会抽三个人。抽到你：把册子举起来就行，不用说一个字。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写了：2 分。写得好或愿意念：这题算 5 分。没写：老师跳过，不批评。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册子不用交。不用举手抢答。不用提醒老师给自己加分。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没抽到你，字也要留下——这本册子你一直带着。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现在你：听老师。先别写。不用交。不用举手。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今天先搞懂什么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1. 会计在做哪三件事：记下来、看出不对劲、决定怎么改。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2. 你有的、你欠的、真正属于你的——三边要平。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3. 六个词：资产、负债、所有者权益、收入、费用、利润。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先不用背定义。先把小新那两千五算明白。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现在你：听老师。先别写。下面开始算你自己的账。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先别看书。先算你自己这个月。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你猜的数字，等会儿要跟真实账单比。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项目一第1暂停点　请写 15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写在册子上：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我猜自己这个月花了 ______ 元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花得最多的是 ______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对不对没关系。写了就行。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现在你：拿出记录册，写在「项目一第1暂停点」。写完不用交、不用举手、不用喊老师加分。老师会抽三个人看册子；抽到你就把册子举起来。没抽到也把字留下。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你刚也可能答不上来。小新每个月零花钱两千五，同样说不清花哪了。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小新怎么跟他妈要钱；妈问的那一句。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小新答不上来</a:t>
            </a:r>
          </a:p>
        </p:txBody>
      </p:sp>
      <p:pic>
        <p:nvPicPr>
          <p:cNvPr id="4" name="Picture 3" descr="项目一-01_小新答不上来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他后来开始记。花一笔，记一笔。合计那一栏是空的，留给你加。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八行数字。合计是空的。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一个月的账单</a:t>
            </a:r>
          </a:p>
        </p:txBody>
      </p:sp>
      <p:pic>
        <p:nvPicPr>
          <p:cNvPr id="4" name="Picture 3" descr="项目一-02_一个月的账单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项目一第2暂停点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这八笔加起来是多少？在册子上算出来。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算完接着写：如果是你，你会问哪一句？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合计图上没有。算完老师口头说。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现在你：拿出记录册，写在「项目一第2暂停点」。写完不用交、不用举手、不用喊老师加分。老师会抽三个人看册子；抽到你就把册子举起来。没抽到也把字留下。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总数有了。风间只问了一句，小新就愣了。看他问的是哪一句。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风间手指的那一行；图上写着的那句话。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风间问的那一句</a:t>
            </a:r>
          </a:p>
        </p:txBody>
      </p:sp>
      <p:pic>
        <p:nvPicPr>
          <p:cNvPr id="4" name="Picture 3" descr="项目一-03_风间问的那一句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外卖单独记一栏，买的到底是饭，还是别的？看中午和晚上差在哪。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左边食堂 12 元，右边外卖 25 元。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十二块和二十五块</a:t>
            </a:r>
          </a:p>
        </p:txBody>
      </p:sp>
      <p:pic>
        <p:nvPicPr>
          <p:cNvPr id="4" name="Picture 3" descr="项目一-04_十二块和二十五块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项目一第3暂停点　请写 30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打开你的外卖软件，看这个月账单。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把真实数字写在册子上，再写：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我猜的和实际差了 ______ 元。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不用把手机屏幕给老师看。不用交。数字只有你自己和抽到时老师看得到。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现在你：拿出记录册，写在「项目一第3暂停点」。写完不用交、不用举手、不用喊老师加分。老师会抽三个人看册子；抽到你就把册子举起来。没抽到也把字留下。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你刚才翻了自己的账单。一家公司一个月可能是几百万。需要有人做哪几件事？名字我最后才说。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黑板上那三行：记下来、看出不对劲、决定怎么改。右边先空着。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那三件事</a:t>
            </a:r>
          </a:p>
        </p:txBody>
      </p:sp>
      <p:pic>
        <p:nvPicPr>
          <p:cNvPr id="4" name="Picture 3" descr="项目一-05_那三件事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这三个名字，现在才给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记下来　　→　核算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看出不对劲　→　监督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决定怎么改　→　预测决策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名字不重要。重要的是：你刚才在自己身上，已经把前两件做了一遍。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现在你：听老师。这三个词先不用背、不用抄。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花钱会记了。赚钱呢？小新觉得自己赚了四百。这个数靠得住吗？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他报出来的「四百」；有没有漏的。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我赚了四百</a:t>
            </a:r>
          </a:p>
        </p:txBody>
      </p:sp>
      <p:pic>
        <p:nvPicPr>
          <p:cNvPr id="4" name="Picture 3" descr="项目一-06_我赚了四百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四百这个数，有东西没算进去。下一张图，你来找他漏了什么。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图上多出来的、他没算的那些。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被漏算的东西</a:t>
            </a:r>
          </a:p>
        </p:txBody>
      </p:sp>
      <p:pic>
        <p:nvPicPr>
          <p:cNvPr id="4" name="Picture 3" descr="项目一-07_被漏算的东西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项目一第4暂停点　请写 30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看图，小新漏算了什么？一样样找出来写在册子上。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然后重算：他实际赚了多少？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找出来自然就要加起来。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现在你：拿出记录册，写在「项目一第4暂停点」。写完不用交、不用举手、不用喊老师加分。老师会抽三个人看册子；抽到你就把册子举起来。没抽到也把字留下。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漏的加回去。四百还是不是四百？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重算之后的那个数。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重算一遍</a:t>
            </a:r>
          </a:p>
        </p:txBody>
      </p:sp>
      <p:pic>
        <p:nvPicPr>
          <p:cNvPr id="4" name="Picture 3" descr="项目一-08_重算一遍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钱的数算完了。还有一件事跟钱的数字无关——这单做了多久。没有这张日历，下一题你会无从想起。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十九天。钱被压着的这十九天。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这单做了多久</a:t>
            </a:r>
          </a:p>
        </p:txBody>
      </p:sp>
      <p:pic>
        <p:nvPicPr>
          <p:cNvPr id="4" name="Picture 3" descr="项目一-09A_十九天日历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加分题　项目一第5暂停点　请写 20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这十九天里，小新那八百块钱在干什么？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如果十九天能转两次，他能赚多少？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写出「钱被压着，不能拿去收第二台」或算出「转两次能赚 360」，抽到你算 5 分。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现在你：拿出记录册，写在「项目一第5暂停点」。这题难一点，写对了抽到你算 5 分。不用自己提醒老师加分。不用交。不用举手（抽到再举册子）。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同样十九天。转一次，和转两次，赚的不一样。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两边对比。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转一次 vs 转两次</a:t>
            </a:r>
          </a:p>
        </p:txBody>
      </p:sp>
      <p:pic>
        <p:nvPicPr>
          <p:cNvPr id="4" name="Picture 3" descr="项目一-09_十九天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钱不是躺着的，钱在转。会计到底管什么、不管什么？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钱怎么转圈。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钱在转圈</a:t>
            </a:r>
          </a:p>
        </p:txBody>
      </p:sp>
      <p:pic>
        <p:nvPicPr>
          <p:cNvPr id="4" name="Picture 3" descr="项目一-25_钱在转圈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有的事会计要管，有的事不管。下一张是对照。然后你来判四件事。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管 / 不管的分界。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管什么，不管什么</a:t>
            </a:r>
          </a:p>
        </p:txBody>
      </p:sp>
      <p:pic>
        <p:nvPicPr>
          <p:cNvPr id="4" name="Picture 3" descr="项目一-26_管什么不管什么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项目一第6暂停点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哪些会计要管，哪些不管？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① 店里进了一批珍珠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② 新来的店员很勤快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③ 客户欠了两千块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④ 隔壁开了家竞品店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四个都写：管 / 不管。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现在你：拿出记录册，写在「项目一第6暂停点」。写完不用交、不用举手、不用喊老师加分。老师会抽三个人看册子；抽到你就把册子举起来。没抽到也把字留下。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他自己算得清了。去银行借钱，银行职员会问什么？你先当那个职员。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洽谈桌上的人；银行会关心什么。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银行洽谈桌</a:t>
            </a:r>
          </a:p>
        </p:txBody>
      </p:sp>
      <p:pic>
        <p:nvPicPr>
          <p:cNvPr id="4" name="Picture 3" descr="项目一-10_银行洽谈桌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项目一第7暂停点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如果你是那个银行职员，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你最想追问他哪三个问题？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自己想，不要翻书。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现在你：拿出记录册，写在「项目一第7暂停点」。写完不用交、不用举手、不用喊老师加分。老师会抽三个人看册子；抽到你就把册子举起来。没抽到也把字留下。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银行要问的，会计其实每天都在答。看师傅问的三句。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三个问题分别是什么。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师傅的三个问题</a:t>
            </a:r>
          </a:p>
        </p:txBody>
      </p:sp>
      <p:pic>
        <p:nvPicPr>
          <p:cNvPr id="4" name="Picture 3" descr="项目一-11_师傅的三个问题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管自己那两千五，和管一家店，是同一件事，只是规模不同。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两边对照。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同一件事</a:t>
            </a:r>
          </a:p>
        </p:txBody>
      </p:sp>
      <p:pic>
        <p:nvPicPr>
          <p:cNvPr id="4" name="Picture 3" descr="项目一-12_同一件事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先停一下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记录册先合上，放桌上。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老师抽三个人。抽到你：把册子举起来。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没抽到：不用动，也不用举手。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空白的，老师跳过，不说话。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现在你：合上册子等抽。没抽到不用动。不用提醒老师加分。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接下来换一件事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刚才算的是「花了多少」。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接下来算：你有的、你欠的、真正属于你的。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手机、电脑、鞋都算。分期、花呗、借的钱也算。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现在你：听老师。先别写。下一张先看小新的家当。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先看小新怎么分左右两栏。左边是有的，右边是欠的。等会儿你写自己的。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左右两栏分别写了什么。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左右分栏的家当</a:t>
            </a:r>
          </a:p>
        </p:txBody>
      </p:sp>
      <p:pic>
        <p:nvPicPr>
          <p:cNvPr id="4" name="Picture 3" descr="项目一-13_左右分栏的家当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项目一第8暂停点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写下你现在的全部身家。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左边写你有什么，右边写你欠什么。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数字不用给全班看。只写在自己册子上。抽到才举给老师看。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现在你：拿出记录册，写在「项目一第8暂停点」。写完不用交、不用举手、不用喊老师加分。老师会抽三个人看册子；抽到你就把册子举起来。没抽到也把字留下。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有的、欠的、剩下的。三笔账。风间会问三个问题。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三个问题分别指哪一栏。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风间的三个问题</a:t>
            </a:r>
          </a:p>
        </p:txBody>
      </p:sp>
      <p:pic>
        <p:nvPicPr>
          <p:cNvPr id="4" name="Picture 3" descr="项目一-14_风间的三个问题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三笔账放上天平。左边等于右边。真正属于你的，是减完之后剩的那个数。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天平两边；中间那个「真正属于自己的」。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会计等式天平</a:t>
            </a:r>
          </a:p>
        </p:txBody>
      </p:sp>
      <p:pic>
        <p:nvPicPr>
          <p:cNvPr id="4" name="Picture 3" descr="项目一-15_会计等式天平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项目一第9暂停点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真正属于小新自己的是多少？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算完，把你自己的三个数也填进天平里。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小新的、你自己的，同一张天平做两遍。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现在你：拿出记录册，写在「项目一第9暂停点」。写完不用交、不用举手、不用喊老师加分。老师会抽三个人看册子；抽到你就把册子举起来。没抽到也把字留下。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项目一第10暂停点　请写 20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为什么左边一定等于右边？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用你自己的话写一句。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不要求用术语。意思对就行。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现在你：拿出记录册，写在「项目一第10暂停点」。写完不用交、不用举手、不用喊老师加分。老师会抽三个人看册子；抽到你就把册子举起来。没抽到也把字留下。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三个名字，现在才给。你已经算过一遍了。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资产、负债、所有者权益分别对应哪一栏。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三个名字</a:t>
            </a:r>
          </a:p>
        </p:txBody>
      </p:sp>
      <p:pic>
        <p:nvPicPr>
          <p:cNvPr id="4" name="Picture 3" descr="项目一-16_三个名字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他妈问得清「家里有什么」。后面两个问题，她不一定问得出。你来猜。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三块牌子；后面两块空着。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三块牌子</a:t>
            </a:r>
          </a:p>
        </p:txBody>
      </p:sp>
      <p:pic>
        <p:nvPicPr>
          <p:cNvPr id="4" name="Picture 3" descr="项目一-17_三块牌子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加分题　项目一第11暂停点　请写 30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他妈接下来要问的两个问题，会是什么？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把你猜的写下来。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猜到「赚了多少」「花了多少」这个方向，抽到你算 5 分。写出收入、支出、这个月变化都算。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现在你：拿出记录册，写在「项目一第11暂停点」。这题难一点，写对了抽到你算 5 分。不用自己提醒老师加分。不用交。不用举手（抽到再举册子）。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项目一第12暂停点　请写 20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要说清「这一个月发生了什么」，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需要几个新词？分别是什么？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先猜。下一张图给答案。不要提前翻书。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现在你：拿出记录册，写在「项目一第12暂停点」。写完不用交、不用举手、不用喊老师加分。老师会抽三个人看册子；抽到你就把册子举起来。没抽到也把字留下。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六个词。这是这一部分最重要的一张图。看就行，先不用抄。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上面三个、下面三个。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六个会计要素</a:t>
            </a:r>
          </a:p>
        </p:txBody>
      </p:sp>
      <p:pic>
        <p:nvPicPr>
          <p:cNvPr id="4" name="Picture 3" descr="项目一-18_六个会计要素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打地鼠　要素档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老师抽人上台。没抽到的看，可以小声喊。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题目：这个科目属于六个词里的哪一个？敲对的那只地鼠。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不用写册子。不用交。上台前告诉老师你的名字，方便记分。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答错不扣人。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现在你：抽到你就上台。没抽到就看、可以喊。不用写册子。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接下来换一家店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刚才是你自己的身家。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接下来是一家奶茶店的五笔业务。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天平还是那一台，一次都不能歪。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现在你：听老师。先别写。记录册还拿着。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一家小店。左边右边，还是要平。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店的天平两边写了什么。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奶茶店的天平</a:t>
            </a:r>
          </a:p>
        </p:txBody>
      </p:sp>
      <p:pic>
        <p:nvPicPr>
          <p:cNvPr id="4" name="Picture 3" descr="项目一-19_奶茶店的天平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五笔业务，一笔一笔填。每笔三格：左边怎么变、右边怎么变、天平歪不歪。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五行；最后一列平不平。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第一天到第二十天</a:t>
            </a:r>
          </a:p>
        </p:txBody>
      </p:sp>
      <p:pic>
        <p:nvPicPr>
          <p:cNvPr id="4" name="Picture 3" descr="项目一-20_五笔业务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项目一第13暂停点　请写 90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册子上那张五行表，跟着老师一笔一笔填。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每发生一件事填三格：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左边怎么变　右边怎么变　天平歪不歪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五行填完，数一下最后一列几个「平」。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90 秒。边看边填。愿意上台填的，跟老师说一声，每人 2 分。不用自己喊加分。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现在你：拿出记录册，写在「项目一第13暂停点」。写完不用交、不用举手、不用喊老师加分。老师会抽三个人看册子；抽到你就把册子举起来。没抽到也把字留下。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五笔都平。一次都没歪。这就是会计等式一直成立。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最后一列全是平。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一次都没歪</a:t>
            </a:r>
          </a:p>
        </p:txBody>
      </p:sp>
      <p:pic>
        <p:nvPicPr>
          <p:cNvPr id="4" name="Picture 3" descr="项目一-21_一次都没歪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加分题　项目一第14暂停点　请写 30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回头看你填的那五行。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这五笔业务，能不能归成两类？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自己归。写出「同一边一增一减」和「两边同增同减」这两个意思，抽到你算 5 分。不要求用术语。先写，写完老师再带你翻书对。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现在你：拿出记录册，写在「项目一第14暂停点」。这题难一点，写对了抽到你算 5 分。不用自己提醒老师加分。不用交。不用举手（抽到再举册子）。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时间够再用　不够就下课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后面几张是备用。主线到上一页已经讲完。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老师说「再用」你再看。没说就收拾书包。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现在你：听老师。老师没说再用，就不用写、不用看。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备用。四样东西里哪些算资产。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四样东西里哪些算资产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哪些算资产</a:t>
            </a:r>
          </a:p>
        </p:txBody>
      </p:sp>
      <p:pic>
        <p:nvPicPr>
          <p:cNvPr id="4" name="Picture 3" descr="项目一-27_猜猜看哪些是资产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备用。例子和六个词能不能对上。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例子和六个词能不能对上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六大要素连线</a:t>
            </a:r>
          </a:p>
        </p:txBody>
      </p:sp>
      <p:pic>
        <p:nvPicPr>
          <p:cNvPr id="4" name="Picture 3" descr="项目一-28_连线六大要素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备用。哪个数算错了。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哪个数算错了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找茬</a:t>
            </a:r>
          </a:p>
        </p:txBody>
      </p:sp>
      <p:pic>
        <p:nvPicPr>
          <p:cNvPr id="4" name="Picture 3" descr="项目一-29_找茬清单算错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备用。先做什么后做什么。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先做什么后做什么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开店五件事排序</a:t>
            </a:r>
          </a:p>
        </p:txBody>
      </p:sp>
      <p:pic>
        <p:nvPicPr>
          <p:cNvPr id="4" name="Picture 3" descr="项目一-30_排序开店五件事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备用。同一套东西，换个规模。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同一套东西，换个规模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一个学生 vs 一家店</a:t>
            </a:r>
          </a:p>
        </p:txBody>
      </p:sp>
      <p:pic>
        <p:nvPicPr>
          <p:cNvPr id="4" name="Picture 3" descr="项目一-31_对比学生与店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如果老师说填表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打开企业微信，填开学点单。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学号一定要填对。不是考试，没有标准答案。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当堂提交。不用写在册子上。不用交纸。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现在你：打开企业微信填表。学号填完整。填完提交。不用写册子。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离开教室之前记住三句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1. 记下来、看出不对劲、决定怎么改。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2. 有的 = 欠的 + 真正属于你的。天平不能歪。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3. 六个词。名字是后来才有的，事先你已经算过一遍。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册子带走。不用交。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现在你：合上册子带走。不用交。不用举手。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收工　课后两件事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① 给「小新答不上来」配音 20 秒，发班级群。科目不用出现，把妈和小新说活。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② 教材本项目练习：判断题前 3 道。写在册子最后一页或教材上。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不用交本子。下节课开头抽人举册子对判断题。写了 2 分，讲得清 5 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现在你：课后做绿条说的事。不用交本子。配音发班级群。下节课抽人看册子。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