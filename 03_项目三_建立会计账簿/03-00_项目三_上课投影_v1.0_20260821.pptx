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不要说第几周。图多，动笔只有 10 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强调：图多不等于要写很多次。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四条全对当场 5 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四张连着配音，中间学生不用写。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加分题铺垫。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答案：004 被抽走；空行可补假账。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90-B2。重点看第7、第9暂停点。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项目三　建立会计账簿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CC80"/>
                </a:solidFill>
                <a:latin typeface="微软雅黑"/>
                <a:ea typeface="微软雅黑"/>
                <a:cs typeface="微软雅黑"/>
              </a:rPr>
              <a:t>凭证翻不完，所以才要一本账。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现在你：拿出记录册，翻到项目三。册子这堂课带着，下课带走，不用交。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这堂课你怎么跟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图是给眼睛看的。要动笔的，绿色条会写「拿出记录册」。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抽到你举册子。不用交。不用举手抢答。不用提醒老师加分。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现在你：听老师。先别写。不用交。不用举手。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今天先搞懂什么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1. 账簿夹在哪一步：凭证之后、报表之前。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2. 三种用途、三种外形、三种账页，看见才记得住。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3. 新账怎么启用，四步按顺序。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4. 找茬：空行、跳页、涂改，为什么不行。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现在你：听老师。先别写。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一摞凭证翻不完。小新的办法是「挑出来放一堆」。除了按珍珠分，还能怎么分？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那一摞有多厚；他在挑。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一摞凭证翻不完</a:t>
            </a:r>
          </a:p>
        </p:txBody>
      </p:sp>
      <p:pic>
        <p:nvPicPr>
          <p:cNvPr id="4" name="Picture 3" descr="项目三-01_一摞凭证翻不完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项目三第1暂停点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小新的办法是「挑出来放一堆」。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除了按珍珠分，还能按什么分堆？写两种。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现在你：拿出记录册，写在「项目三第1暂停点」。写完不用交、不用举手、不用喊老师加分。老师会抽三个人看册子；抽到你就把册子举起来。没抽到也把字留下。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账簿夹在中间：凭证记进账，账再编成表。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中间那一本。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账簿在中间</a:t>
            </a:r>
          </a:p>
        </p:txBody>
      </p:sp>
      <p:pic>
        <p:nvPicPr>
          <p:cNvPr id="4" name="Picture 3" descr="项目三-02_账簿在中间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现在你：看图听老师。这张不用写。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五张卡，是做账的五步。你来排顺序。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五张卡上各写了什么。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排序：这五步</a:t>
            </a:r>
          </a:p>
        </p:txBody>
      </p:sp>
      <p:pic>
        <p:nvPicPr>
          <p:cNvPr id="4" name="Picture 3" descr="项目三-03_排序题五张卡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现在你：看清五张卡。下一页再写顺序。先别写。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项目三第2暂停点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给这五张卡排序，写出 1 到 5 的顺序。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先写你的顺序。下一张才给答案。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现在你：拿出记录册，写在「项目三第2暂停点」。写完不用交、不用举手、不用喊老师加分。老师会抽三个人看册子；抽到你就把册子举起来。没抽到也把字留下。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对照你刚写的。对了就过，错了改在旁边，不用撕。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正确顺序。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排序答案</a:t>
            </a:r>
          </a:p>
        </p:txBody>
      </p:sp>
      <p:pic>
        <p:nvPicPr>
          <p:cNvPr id="4" name="Picture 3" descr="项目三-04_排序答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现在你：对照册子。错了在旁边改。不用交。不用举手。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按用途分三种：序时账、分类账、备查账。先看长什么样。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三本账各自干什么。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按用途分三种</a:t>
            </a:r>
          </a:p>
        </p:txBody>
      </p:sp>
      <p:pic>
        <p:nvPicPr>
          <p:cNvPr id="4" name="Picture 3" descr="项目三-05_按用途分三种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项目三第3暂停点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现金日记账属于哪一种？为什么它必须一天不落？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现在你：拿出记录册，写在「项目三第3暂停点」。写完不用交、不用举手、不用喊老师加分。老师会抽三个人看册子；抽到你就把册子举起来。没抽到也把字留下。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猜猜看：这三本分别叫什么。猜完老师再说。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三本的外形和名字。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猜猜看：三本账叫什么</a:t>
            </a:r>
          </a:p>
        </p:txBody>
      </p:sp>
      <p:pic>
        <p:nvPicPr>
          <p:cNvPr id="4" name="Picture 3" descr="项目三-19_猜猜看三种外形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现在你：看图猜。猜在心里或写在草稿，不用交。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先猜这三种账页叫什么式，再看标准名字。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三种翻开的样子。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猜猜看：三种账页</a:t>
            </a:r>
          </a:p>
        </p:txBody>
      </p:sp>
      <p:pic>
        <p:nvPicPr>
          <p:cNvPr id="4" name="Picture 3" descr="项目三-20_猜猜看三种账页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现在你：看图猜。先别翻书。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按外形：订本、活页、卡片。小新会问：现金日记账为什么偏要用订本？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三种外形差在哪；订本撕不下来。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按外形分三种</a:t>
            </a:r>
          </a:p>
        </p:txBody>
      </p:sp>
      <p:pic>
        <p:nvPicPr>
          <p:cNvPr id="4" name="Picture 3" descr="项目三-06_按外形分三种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项目三第4暂停点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小新问得好。为什么现金日记账偏要用订本式？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想「撕得下来会怎样」。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现在你：拿出记录册，写在「项目三第4暂停点」。写完不用交、不用举手、不用喊老师加分。老师会抽三个人看册子；抽到你就把册子举起来。没抽到也把字留下。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三栏式：只有金额。应收账款用这种就够了。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借方、贷方、余额。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三栏式：只有金额</a:t>
            </a:r>
          </a:p>
        </p:txBody>
      </p:sp>
      <p:pic>
        <p:nvPicPr>
          <p:cNvPr id="4" name="Picture 3" descr="项目三-07_三栏式账页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项目三第5暂停点　请写 20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三栏式有哪三栏？为什么应收账款用这种就够了？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现在你：拿出记录册，写在「项目三第5暂停点」。写完不用交、不用举手、不用喊老师加分。老师会抽三个人看册子；抽到你就把册子举起来。没抽到也把字留下。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珍珠要记数量。只记金额，你没法去库房点数。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多出来的数量栏。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数量金额式：多了数量</a:t>
            </a:r>
          </a:p>
        </p:txBody>
      </p:sp>
      <p:pic>
        <p:nvPicPr>
          <p:cNvPr id="4" name="Picture 3" descr="项目三-08_数量金额式账页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项目三第6暂停点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珍珠为什么要记数量？只记金额不行吗？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现在你：拿出记录册，写在「项目三第6暂停点」。写完不用交、不用举手、不用喊老师加分。老师会抽三个人看册子；抽到你就把册子举起来。没抽到也把字留下。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多栏式：一个科目拆成好几栏。制造费用常用。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一页上拆出来的栏。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多栏式</a:t>
            </a:r>
          </a:p>
        </p:txBody>
      </p:sp>
      <p:pic>
        <p:nvPicPr>
          <p:cNvPr id="4" name="Picture 3" descr="项目三-09_多栏式账页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现在你：看图听老师。先别写。下一页连线。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四个科目，三种账页。你来连。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应收账款、原材料、制造费用、库存商品。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连一连：哪个科目用哪种账页</a:t>
            </a:r>
          </a:p>
        </p:txBody>
      </p:sp>
      <p:pic>
        <p:nvPicPr>
          <p:cNvPr id="4" name="Picture 3" descr="项目三-10_配对连线题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现在你：看清四个科目。下一页写连线。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项目三第7暂停点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连线——应收账款、原材料、制造费用、库存商品，各该用哪种账页？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四条全对，抽到你算 5 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现在你：拿出记录册，写在「项目三第7暂停点」。写完不用交、不用举手、不用喊老师加分。老师会抽三个人看册子；抽到你就把册子举起来。没抽到也把字留下。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启用一本新账，四步。先看连环画，看完你再按顺序写。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每一步他在干什么。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启用① 拿到一本空白账簿</a:t>
            </a:r>
          </a:p>
        </p:txBody>
      </p:sp>
      <p:pic>
        <p:nvPicPr>
          <p:cNvPr id="4" name="Picture 3" descr="项目三-11_启用连环画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现在你：看图听配音。四张看完再写。先别动笔。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启用② 填好基本信息</a:t>
            </a:r>
          </a:p>
        </p:txBody>
      </p:sp>
      <p:pic>
        <p:nvPicPr>
          <p:cNvPr id="4" name="Picture 3" descr="项目三-12_启用连环画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现在你：继续看、听。先别写。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启用③ 贴印花、编页码</a:t>
            </a:r>
          </a:p>
        </p:txBody>
      </p:sp>
      <p:pic>
        <p:nvPicPr>
          <p:cNvPr id="4" name="Picture 3" descr="项目三-13_启用连环画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现在你：盯住页码。后面找茬会用到。先别写。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启用④ 可以开始记账了</a:t>
            </a:r>
          </a:p>
        </p:txBody>
      </p:sp>
      <p:pic>
        <p:nvPicPr>
          <p:cNvPr id="4" name="Picture 3" descr="项目三-14_启用连环画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现在你：四步看完了。下一页按顺序写出来。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项目三第8暂停点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启用一本新账，要做哪四步？按顺序写出来。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按刚才四张图的顺序。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现在你：拿出记录册，写在「项目三第8暂停点」。写完不用交、不用举手、不用喊老师加分。老师会抽三个人看册子；抽到你就把册子举起来。没抽到也把字留下。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大家来找茬。先看一本对的，再看两本错的。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对的长什么样，先记住。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找茬① 这本是对的</a:t>
            </a:r>
          </a:p>
        </p:txBody>
      </p:sp>
      <p:pic>
        <p:nvPicPr>
          <p:cNvPr id="4" name="Picture 3" descr="项目三-15_找茬1对照组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现在你：看图。这本是对的，先记住。不用写。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找茬② 错在哪</a:t>
            </a:r>
          </a:p>
        </p:txBody>
      </p:sp>
      <p:pic>
        <p:nvPicPr>
          <p:cNvPr id="4" name="Picture 3" descr="项目三-16_找茬2铅笔涂改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现在你：看图找错。先记在脑子里，还有一张。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翻开两页看。这一张难。页码和空行都要盯。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页码连不连；中间有没有空行。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找茬③ 翻开两页</a:t>
            </a:r>
          </a:p>
        </p:txBody>
      </p:sp>
      <p:pic>
        <p:nvPicPr>
          <p:cNvPr id="4" name="Picture 3" descr="项目三-17_找茬3连续两页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现在你：盯页码和空行。下一页写出来。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加分题　项目三第9暂停点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图16错在哪？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图17这两页又有哪两个问题？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图17两个错都找出来，抽到你算 5 分。提示：页码、空行。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现在你：拿出记录册，写在「项目三第9暂停点」。这题难一点，写对了抽到你算 5 分。不用自己提醒老师加分。不用交。不用举手（抽到再举册子）。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数字写错了，有的改法对，有的不对。看哪处对。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两处改数字，对比。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改数字，哪处对</a:t>
            </a:r>
          </a:p>
        </p:txBody>
      </p:sp>
      <p:pic>
        <p:nvPicPr>
          <p:cNvPr id="4" name="Picture 3" descr="项目三-25_找茬4横线更正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现在你：看图听老师。这张不用写。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一张凭证，两本账都要记。一边总账，一边明细。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同一笔记两回。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一张凭证，两本账</a:t>
            </a:r>
          </a:p>
        </p:txBody>
      </p:sp>
      <p:pic>
        <p:nvPicPr>
          <p:cNvPr id="4" name="Picture 3" descr="项目三-26_平行登记示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现在你：看图听老师。知道要记两本。不用写。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一家店要备几本账？三本怎么配套。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三本分别是什么。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一家店要备几本账</a:t>
            </a:r>
          </a:p>
        </p:txBody>
      </p:sp>
      <p:pic>
        <p:nvPicPr>
          <p:cNvPr id="4" name="Picture 3" descr="项目三-18_三本账配套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项目三第10暂停点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这三本账，分别是按用途分的哪一类？用的是哪种外表形式？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两个维度都写。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现在你：拿出记录册，写在「项目三第10暂停点」。写完不用交、不用举手、不用喊老师加分。老师会抽三个人看册子；抽到你就把册子举起来。没抽到也把字留下。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先停一下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记录册合上。老师抽三个人举册子。没抽到不用动。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现在你：合上册子等抽。没抽到不用动。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时间够再用　不够就下课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后面是备用。老师说再用再看。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现在你：听老师。没说再用就不用写。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猜猜看：哪一本是总账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猜猜看：哪一本是总账</a:t>
            </a:r>
          </a:p>
        </p:txBody>
      </p:sp>
      <p:pic>
        <p:nvPicPr>
          <p:cNvPr id="4" name="Picture 3" descr="项目三-21_猜猜看这是什么账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排序：启用四步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排序：启用四步</a:t>
            </a:r>
          </a:p>
        </p:txBody>
      </p:sp>
      <p:pic>
        <p:nvPicPr>
          <p:cNvPr id="4" name="Picture 3" descr="项目三-23_排序题启用步骤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连线：这笔业务记哪本账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连线：这笔业务记哪本账</a:t>
            </a:r>
          </a:p>
        </p:txBody>
      </p:sp>
      <p:pic>
        <p:nvPicPr>
          <p:cNvPr id="4" name="Picture 3" descr="项目三-27_连线题账簿与业务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备用。呼应珍珠为什么要记数量。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账上 60 袋，实际 58 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账上 60 袋，实际 58 袋</a:t>
            </a:r>
          </a:p>
        </p:txBody>
      </p:sp>
      <p:pic>
        <p:nvPicPr>
          <p:cNvPr id="4" name="Picture 3" descr="项目三-22_连环画5盘点对账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纸质账 vs 电子账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纸质账 vs 电子账</a:t>
            </a:r>
          </a:p>
        </p:txBody>
      </p:sp>
      <p:pic>
        <p:nvPicPr>
          <p:cNvPr id="4" name="Picture 3" descr="项目三-24_对比图纸质与电子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离开教室之前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账簿在凭证和报表中间。三种用途、三种外形、三种账页，看见就记得住。新账四步。空行和跳页不行。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册子带走。不用交。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现在你：合上册子带走。不用交。不用举手。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下课前看这一页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① 教材本项目练习：账簿分类判断题前 3 道。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为什么：能判断一本账是哪种，以及现金日记账为什么要用订本。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② 下一节带一支红笔。找茬用红的，自己填用蓝的或黑的。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不带红笔就另拿一支颜色，或画圈。现在把「带红笔」三个字写在册子这一页最上面。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不用交。下节课抽人对。写了 2 分，讲得清 5 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现在你：写下「带红笔」。课后做 3 道判断。不用交。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