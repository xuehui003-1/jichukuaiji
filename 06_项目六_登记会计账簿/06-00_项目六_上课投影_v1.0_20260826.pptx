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项目六　登记会计账簿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CC80"/>
                </a:solidFill>
                <a:latin typeface="微软雅黑"/>
                <a:ea typeface="微软雅黑"/>
              </a:rPr>
              <a:t>记到本子上之后，写错了怎么办。改错用红笔。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现在你：拿出记录册和红笔。册子这堂课带着，下课带走，不用交。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图放完，老师会抽三个人。抽到你：把册子举起来就行，不用说一个字。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写了：2 分。写得好或愿意念：这题算 5 分。没写：老师跳过，不批评。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册子不用交。不用举手抢答。不用提醒老师给自己加分。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没抽到你，字也要留下——这本册子你一直带着。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1. 账上怎么写：空行要划掉，一页写满要过次页。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2. 一笔账记两个本子，三个一样。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3. 写错了怎么选改法：划线、红字、补充登记。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4. 红笔只用来改错和找茬，自己填用蓝的或黑的。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现在你：听老师。先别写。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四个站点：手里有凭证、抄到账上、发现写错、选一种改法。今天从第一站走到第四站。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第三站「写错了」那一格。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一本账簿的一天</a:t>
            </a:r>
          </a:p>
        </p:txBody>
      </p:sp>
      <p:pic>
        <p:nvPicPr>
          <p:cNvPr id="4" name="Picture 3" descr="项目六-01_一本账簿的一天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项目六第1暂停点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你觉得为什么账簿上不准涂改、不准撕掉重写？写一条你想到的理由。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四样东西，课本上往往没有实物图。先猜名字。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四样东西的外形。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猜猜看：这四样东西分别是什么</a:t>
            </a:r>
          </a:p>
        </p:txBody>
      </p:sp>
      <p:pic>
        <p:nvPicPr>
          <p:cNvPr id="4" name="Picture 3" descr="项目六-02_猜猜看四样账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项目六第2暂停点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这四样东西分别叫什么？把编号和名字写下来。猜错不扣分。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同一笔账，两种写法。右边是对的。对着右边，找左边犯了几条规矩。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空行、擦改、字顶格。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同一笔账，两种写法</a:t>
            </a:r>
          </a:p>
        </p:txBody>
      </p:sp>
      <p:pic>
        <p:nvPicPr>
          <p:cNvPr id="4" name="Picture 3" descr="项目六-03_两页对比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项目六第3暂停点　请写 50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对着右边这一页，找出左边一共犯了几个规矩，写出来。能写几条写几条。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红字在账上不是画画。看什么时候才准用红笔。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能用红笔的那几处。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什么时候可以用红笔</a:t>
            </a:r>
          </a:p>
        </p:txBody>
      </p:sp>
      <p:pic>
        <p:nvPicPr>
          <p:cNvPr id="4" name="Picture 3" descr="项目六-04_什么时候用红笔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项目六第4暂停点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一句话说清楚：红字写在账簿上，代表什么意思？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跳行、空页，不能撕。看怎么划掉。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红线划在哪；「此行空白」。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跳行和空页，这样处理</a:t>
            </a:r>
          </a:p>
        </p:txBody>
      </p:sp>
      <p:pic>
        <p:nvPicPr>
          <p:cNvPr id="4" name="Picture 3" descr="项目六-05_跳行怎么办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项目六第5暂停点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为什么空行必须划掉？想一条理由写下来。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现在你：拿出记录册，写在「项目六第5暂停点」。写完不用交、不用举手、不用喊老师加分。老师会抽三个人看册子；抽到你就把册子举起来。没抽到也把字留下。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一页写满了。最后一行的余额，要抄到下一页第一行。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过次页、承前页那两个数。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一页写满了：过次页和承前页</a:t>
            </a:r>
          </a:p>
        </p:txBody>
      </p:sp>
      <p:pic>
        <p:nvPicPr>
          <p:cNvPr id="4" name="Picture 3" descr="项目六-06_过次页承前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项目六第6暂停点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第 15 页最后一行的余额是 134000，那第 16 页第一行的余额应该写多少？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一笔进货，要记进两个本子：总账一本，明细一本。两边加起来要能对上。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两个本子上的金额。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一笔进货，记进两个本子</a:t>
            </a:r>
          </a:p>
        </p:txBody>
      </p:sp>
      <p:pic>
        <p:nvPicPr>
          <p:cNvPr id="4" name="Picture 3" descr="项目六-07_一笔账两个本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项目六第7暂停点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总账记 30000，明细账三本加起来记了 29000。哪里出问题了？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平行登记，就三件事。说清意思就行，不用背原词。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三个一样分别是什么。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平行登记，就这三件事</a:t>
            </a:r>
          </a:p>
        </p:txBody>
      </p:sp>
      <p:pic>
        <p:nvPicPr>
          <p:cNvPr id="4" name="Picture 3" descr="项目六-08_平行登记三要点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项目六第8暂停点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总账和明细账必须做到哪三个一样？说清意思就行。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试算不平衡，差额会告诉你错在哪。除 2、除 9 是两条捷径。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差额那个数。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试算不平衡，差额告诉你错在哪</a:t>
            </a:r>
          </a:p>
        </p:txBody>
      </p:sp>
      <p:pic>
        <p:nvPicPr>
          <p:cNvPr id="4" name="Picture 3" descr="项目六-09_四种找错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项目六第9暂停点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借方比贷方多了 400 元。用除 2 法算一下，可能是哪个金额记反了方向？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项目六第10暂停点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借方比贷方多了 270 元。用除 9 法算一下，原来的数字应该是多少，被写成了多少？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凭证是对的，只是抄错了字或数。划线更正：划掉、改写、盖章。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四步分别干什么。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连环画① 划线更正法，四步</a:t>
            </a:r>
          </a:p>
        </p:txBody>
      </p:sp>
      <p:pic>
        <p:nvPicPr>
          <p:cNvPr id="4" name="Picture 3" descr="项目六-10_连环画1划线更正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现在你：看图听老师。先别写。红笔拿着。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项目六第11暂停点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把 5600 误写成了 5060。请在册子上照着图的做法，把这个错改一遍：要划线、要写、要画个章。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现在你：拿出记录册，写在「项目六第11暂停点」。写完不用交、不用举手、不用喊老师加分。老师会抽三个人看册子；抽到你就把册子举起来。没抽到也把字留下。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科目记错了。先用红字冲掉原来那笔，再用蓝字重记一笔对的。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红字那一笔和原来那一笔是不是一样。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连环画② 科目记错了：先红冲，再蓝补</a:t>
            </a:r>
          </a:p>
        </p:txBody>
      </p:sp>
      <p:pic>
        <p:nvPicPr>
          <p:cNvPr id="4" name="Picture 3" descr="项目六-11_连环画2科目错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项目六第12暂停点　请写 45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为什么要先写一笔跟原来一模一样的红字？用你自己的话说，不要抄书。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这题难一点。说清「把原来那笔抵消掉」，抽到你算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现在你：拿出记录册，写在「项目六第12暂停点」。这题难一点，写对了抽到你算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金额多记了，科目和方向是对的。只红冲多出来的那一截。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和图上一张比：一个三笔，一个两笔。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连环画③ 金额多记了：只红冲差额</a:t>
            </a:r>
          </a:p>
        </p:txBody>
      </p:sp>
      <p:pic>
        <p:nvPicPr>
          <p:cNvPr id="4" name="Picture 3" descr="项目六-12_连环画3金额多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项目六第13暂停点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上一张要写三笔账，这一张只要写两笔。为什么不一样？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现在你：拿出记录册，写在「项目六第13暂停点」。写完不用交、不用举手、不用喊老师加分。老师会抽三个人看册子；抽到你就把册子举起来。没抽到也把字留下。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金额记少了。差多少，用蓝字补多少。红笔都不用拿。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补的那一笔金额是多少。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连环画④ 金额记少了：补一笔就行</a:t>
            </a:r>
          </a:p>
        </p:txBody>
      </p:sp>
      <p:pic>
        <p:nvPicPr>
          <p:cNvPr id="4" name="Picture 3" descr="项目六-13_连环画4补充登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项目六第14暂停点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收到欠款 4200 元，账上记成了 420 元。写出补充登记的那一笔分录。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现在你：拿出记录册，写在「项目六第14暂停点」。写完不用交、不用举手、不用喊老师加分。老师会抽三个人看册子；抽到你就把册子举起来。没抽到也把字留下。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三种改错法，怎么选。先有刚才四个例子，再看这棵树。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凭证有没有错；错的是科目还是金额。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三种改错法，怎么选</a:t>
            </a:r>
          </a:p>
        </p:txBody>
      </p:sp>
      <p:pic>
        <p:nvPicPr>
          <p:cNvPr id="4" name="Picture 3" descr="项目六-14_三种改错法怎么选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725" y="914400"/>
            <a:ext cx="642937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从凭证到总账，两条路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业务少：记账凭证一张一张直接登总账。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业务多：先做成科目汇总表，再登总账。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差就差在多不多那张汇总表。知道有这回事就行。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现在你：看下一张图。不用写。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从凭证到总账，两条路</a:t>
            </a:r>
          </a:p>
        </p:txBody>
      </p:sp>
      <p:pic>
        <p:nvPicPr>
          <p:cNvPr id="4" name="Picture 3" descr="项目六-15_两种账务处理程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现在你：看图听老师。不用写。不用交。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记录册先合上，放桌上。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老师抽三个人。抽到你：把册子举起来。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没抽到：不用动，也不用举手。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空白的，老师跳过，不说话。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现在你：合上册子等抽。没抽到不用动。不用提醒老师加分。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后面几张是备用。主线到上一页已经讲完。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老师说「再用」你再看。没说就收拾书包。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现在你：听老师。老师没说再用，就不用写、不用看。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备用。找茬：小新登的这一页账。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写满格、空行、擦改、借或贷栏。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找茬　小新登的这一页账</a:t>
            </a:r>
          </a:p>
        </p:txBody>
      </p:sp>
      <p:pic>
        <p:nvPicPr>
          <p:cNvPr id="4" name="Picture 3" descr="项目六-16_找茬一页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备用。四种账页格式叫什么。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三栏、多栏、数量金额、横线登记。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猜猜看：这四种账页格式叫什么</a:t>
            </a:r>
          </a:p>
        </p:txBody>
      </p:sp>
      <p:pic>
        <p:nvPicPr>
          <p:cNvPr id="4" name="Picture 3" descr="项目六-17_猜猜看四种账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备用。从一张发票到一张报表，七步怎么排。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先凭证、后账簿、最后报表。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排序：账务处理程序的七个步骤</a:t>
            </a:r>
          </a:p>
        </p:txBody>
      </p:sp>
      <p:pic>
        <p:nvPicPr>
          <p:cNvPr id="4" name="Picture 3" descr="项目六-18_排序账务处理程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备用。这个错，该用哪种方法改。有的方法要用两次。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六种错对三种改法。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连线：这个错，该用哪种方法改</a:t>
            </a:r>
          </a:p>
        </p:txBody>
      </p:sp>
      <p:pic>
        <p:nvPicPr>
          <p:cNvPr id="4" name="Picture 3" descr="项目六-19_连线错误配方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备用。除 9 法：写大了和写小了，两张并排看。普通班知道有这回事就行。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商是对的，还是商是错的。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除9法　写大了</a:t>
            </a:r>
          </a:p>
        </p:txBody>
      </p:sp>
      <p:pic>
        <p:nvPicPr>
          <p:cNvPr id="4" name="Picture 3" descr="项目六-20_除9法写大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4273"/>
            <a:ext cx="8529865" cy="47608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除9法　写小了</a:t>
            </a:r>
          </a:p>
        </p:txBody>
      </p:sp>
      <p:pic>
        <p:nvPicPr>
          <p:cNvPr id="4" name="Picture 3" descr="项目六-21_除9法写小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88373"/>
            <a:ext cx="8529865" cy="46526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离开教室之前记住这几句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1. 空行要划掉。一页写满，余额抄到下一页。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2. 一笔账两个本子，三个一样。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3. 凭证对、抄错了：划线。科目错：红冲再蓝补。多记：只红冲差额。少记：蓝字补。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下课前看这一页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00000"/>
            <a:ext cx="1170432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做什么：对着下面四格，说清「这种错用哪种改法」，大约 40 秒，发班级群。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为什么：写错了能选对方法，不是会背三个名字。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怎么讲：①凭证对只是抄错→划线  ②科目错→红冲再蓝补  ③金额多了→只红冲差额  ④金额少了→蓝字补。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做完：发班级群。不用交本子。下节课抽几个人，愿意放给大家听的加分。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另外：教材本项目判断题前 3 道。写在册子或教材上。不用交。下节课抽人对一下。</a:t>
            </a:r>
          </a:p>
        </p:txBody>
      </p:sp>
      <p:pic>
        <p:nvPicPr>
          <p:cNvPr id="6" name="Picture 5" descr="项目六-10_连环画1划线更正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758865"/>
            <a:ext cx="2788920" cy="15566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1 划线更正</a:t>
            </a:r>
          </a:p>
        </p:txBody>
      </p:sp>
      <p:pic>
        <p:nvPicPr>
          <p:cNvPr id="8" name="Picture 7" descr="项目六-11_连环画2科目错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758865"/>
            <a:ext cx="2788920" cy="1556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9544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2 科目记错</a:t>
            </a:r>
          </a:p>
        </p:txBody>
      </p:sp>
      <p:pic>
        <p:nvPicPr>
          <p:cNvPr id="10" name="Picture 9" descr="项目六-12_连环画3金额多记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758865"/>
            <a:ext cx="2788920" cy="15566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63056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3 金额多记</a:t>
            </a:r>
          </a:p>
        </p:txBody>
      </p:sp>
      <p:pic>
        <p:nvPicPr>
          <p:cNvPr id="12" name="Picture 11" descr="项目六-13_连环画4补充登记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7" y="2758865"/>
            <a:ext cx="2788920" cy="15566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16567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4 金额少记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现在你：课后按上面的图录音，发班级群。不用交本子。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