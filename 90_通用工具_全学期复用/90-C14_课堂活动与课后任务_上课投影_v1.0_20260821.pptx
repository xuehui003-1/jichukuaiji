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活动日专用　平时不要打开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下课布置作业：翻正在讲的那份课件最后的「下课前看这一页」。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不要用这份去布置项目一、项目四的配音。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只有分组活动日才投后面的举牌、天平。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平时作业在哪一页（对照）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项目一：课件最后「下课前看这一页」。中间「四张图连起来」那一页只把意思钉住，不当场录音。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项目二：课件最后「下课前看这一页」。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项目三：课件最后「下课前看这一页」（带红笔）。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项目四：四格连环画看完之后那一页「课后就这一件」。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实训：打开 10-00，不要打开这一份。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现在你：记住，平时不翻这一份。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活动日　怎么上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为什么：分组只为了 10～15 分钟里，每题只有一个答案、只有一个组举牌。不是为了每节课都有组。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每个项目最多 1 次。前一天群里发名单和牌上的字。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进门按桌签坐。结束收回。口令在投影上，每题只有一个答案。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没接住：全组用小新腔把正确答案喊一遍，20 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现在你：按桌签入座。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六要素举牌　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为什么：练的是听到科目，立刻归到六个词里的哪一个。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6 组：资产 / 负债 / 所有者权益 / 收入 / 费用 / 利润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投出科目，数到 3，是本组的举牌。不是的别举。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举错或该举没举：全组用小新腔喊正确答案。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现在你：听到口令再举牌。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举牌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库存现金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现在你：数到 3，是本组的举牌。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库存现金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→　资产组举牌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举牌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短期借款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现在你：数到 3，是本组的举牌。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短期借款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→　负债组举牌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举牌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实收资本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现在你：数到 3，是本组的举牌。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实收资本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→　所有者权益组举牌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举牌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主营业务收入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现在你：数到 3，是本组的举牌。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主营业务收入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→　收入组举牌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举牌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管理费用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现在你：数到 3，是本组的举牌。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管理费用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→　费用组举牌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举牌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本年利润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现在你：数到 3，是本组的举牌。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本年利润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→　利润组举牌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举牌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原材料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现在你：数到 3，是本组的举牌。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原材料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→　资产组举牌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举牌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应付账款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现在你：数到 3，是本组的举牌。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应付账款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→　负债组举牌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天平四种　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为什么：练的是一笔业务让天平怎么变。每题只有一种变化、只有一个组举。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4 组：同增 / 同减 / 左边一增一减 / 右边一增一减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老师念一笔。是你们这种变化就举牌。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现在你：听到口令再举牌。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天平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老板往店里投入 20 万现金。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现在你：是本组这种变化就举牌。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同增。银行存款增加，实收资本增加。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天平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用银行存款还短期借款 5 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现在你：是本组这种变化就举牌。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同减。银行存款减少，短期借款减少。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天平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用银行存款买一台设备 8 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现在你：是本组这种变化就举牌。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左边一增一减。固定资产增加，银行存款减少。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天平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用资本公积 3 万转增实收资本。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现在你：是本组这种变化就举牌。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右边一增一减。实收资本增加，资本公积减少。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现在你：错了，全组用小新腔喊一遍。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