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E27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课堂活动 · 课后任务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0">
                <a:solidFill>
                  <a:srgbClr val="FFCC80"/>
                </a:solidFill>
                <a:latin typeface="微软雅黑"/>
                <a:ea typeface="微软雅黑"/>
                <a:cs typeface="微软雅黑"/>
              </a:rPr>
              <a:t>配音、找茬、举牌、带红笔、书后题——都写在这里。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235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下课前翻「收工」。活动日前一天翻「活动日」。学生也能看懂。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这份投影怎么用（老师也看这一页）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下课前 3 分钟：翻到本项目「收工」那几页投出来。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活动日前一天：名单发群，第二天翻活动日。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项目四前一节：必须投「下一节带红笔」。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互审太闷：改用「找茬挑战」。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只认通用记账凭证。不讲收款、付款、转账三种专用凭证。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现在你：记住今天下课看哪一页。先别写。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任务①　给图配音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老师把图投出来（或发群）。你用手机录音 20～40 秒。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用自己的声音把图里的人说活。科目、借贷说对了算过关。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小新腔、东北话都行。发班级群。不用交本子。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交了 2 分。科目和借贷都说对 5 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现在你：课后录音发群。不用交本子。不用举手。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项目一配音　小新答不上来</a:t>
            </a:r>
          </a:p>
        </p:txBody>
      </p:sp>
      <p:pic>
        <p:nvPicPr>
          <p:cNvPr id="4" name="Picture 3" descr="项目一-01_小新答不上来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8448628" cy="4754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现在你：课后给这张配音 20 秒。妈问「两千五花哪了」，小新说「我不知道」。发群。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项目四配音　四格连环画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四格：收到发票 → 想科目 → 填凭证 → 钉在一起。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按顺序配音，总共不超过 40 秒。必须说出借哪个、贷哪个、金额。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只说通用记账凭证。不要说收款凭证、付款凭证。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现在你：四格看完再录音。发群。不用交本子。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连环画① 收到发票</a:t>
            </a:r>
          </a:p>
        </p:txBody>
      </p:sp>
      <p:pic>
        <p:nvPicPr>
          <p:cNvPr id="4" name="Picture 3" descr="项目四-09_连环画1收到发票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8453120" cy="4754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现在你：看图。四格看完再录音。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连环画② 想科目</a:t>
            </a:r>
          </a:p>
        </p:txBody>
      </p:sp>
      <p:pic>
        <p:nvPicPr>
          <p:cNvPr id="4" name="Picture 3" descr="项目四-10_连环画2判断科目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8453120" cy="4754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现在你：看图。先别录。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连环画③ 填凭证</a:t>
            </a:r>
          </a:p>
        </p:txBody>
      </p:sp>
      <p:pic>
        <p:nvPicPr>
          <p:cNvPr id="4" name="Picture 3" descr="项目四-12_连环画3填凭证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8453120" cy="4754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现在你：看图。先别录。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连环画④ 钉在一起</a:t>
            </a:r>
          </a:p>
        </p:txBody>
      </p:sp>
      <p:pic>
        <p:nvPicPr>
          <p:cNvPr id="4" name="Picture 3" descr="项目四-13_连环画4装订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8453120" cy="4754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现在你：课后按顺序配音发群。不用交本子。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任务②　找茬挑战（代替闷的互审）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不是同桌互相改作业。全班盯同一张有错的凭证抢着找。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下一页有 3 处错。写在记录册。1 分钟。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抽人：找出 2 处 2 分，3 处全对 5 分。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自己填的自己不审。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现在你：听规则。下一页才是错凭证。先别写。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找茬　这张通用记账凭证有 3 处错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日期：2026年3月15日　　记字第 3 号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摘要：付电费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借：管理费用　　800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贷：库存现金　　800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附件：0 张　　制单：张三　　审核：张三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题目其实是：用银行存款支付本月电费 800 元。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现在你：写在册子上，哪三处错。1 分钟。不用交。抽到再举册子。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　三处错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1. 贷方写成了库存现金，应是银行存款。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2. 附件写成 0，电费单至少 1 张。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3. 审核栏签了自己的名，自己填的自己不能审。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没有「该填付款凭证」这种错。只认通用记账凭证。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现在你：对照册子，改在旁边。不用交。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活动日怎么上（不是每节课）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每个项目最多 1 次。前一天群里发：什么活动、几组、谁坐哪、牌上写什么。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进门按桌签坐。10～15 分钟。结束收回，下次重切。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口令写在投影上，只有一个答案。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没接住：全组用小新腔把正确答案喊一遍，20 秒。不写检讨。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现在你：看规则。先别写。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活动日　六要素举牌　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6 组：资产 / 负债 / 所有者权益 / 收入 / 费用 / 利润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老师投出科目。数到 3，是你们组的就举牌。不是的不要举。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举错或该举没举：全组用小新腔把正确答案喊一遍。下面 8 题每题一个答案。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现在你：按桌签入座。听到口令再举牌。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库存现金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3，是本组的举牌。不是的别举。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库存现金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资产组举牌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现在你：错了，全组用小新腔把这句喊一遍。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短期借款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3，是本组的举牌。不是的别举。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短期借款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负债组举牌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现在你：错了，全组用小新腔把这句喊一遍。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实收资本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3，是本组的举牌。不是的别举。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实收资本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所有者权益组举牌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现在你：错了，全组用小新腔把这句喊一遍。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主营业务收入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3，是本组的举牌。不是的别举。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主营业务收入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收入组举牌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现在你：错了，全组用小新腔把这句喊一遍。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管理费用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3，是本组的举牌。不是的别举。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管理费用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费用组举牌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现在你：错了，全组用小新腔把这句喊一遍。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本年利润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3，是本组的举牌。不是的别举。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本年利润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利润组举牌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现在你：错了，全组用小新腔把这句喊一遍。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原材料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3，是本组的举牌。不是的别举。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原材料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资产组举牌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现在你：错了，全组用小新腔把这句喊一遍。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应付账款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3，是本组的举牌。不是的别举。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应付账款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负债组举牌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现在你：错了，全组用小新腔把这句喊一遍。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活动日　天平四种变化　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4 组：同增 / 同减 / 左边一增一减 / 右边一增一减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老师念一笔业务。是你们这种变化就举牌。只有一种答案。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现在你：按桌签入座。听到口令再举牌。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天平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老板往店里投入 20 万现金。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现在你：是本组这种变化就举牌。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同增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银行存款增加，实收资本增加。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天平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用银行存款还短期借款 5 万。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现在你：是本组这种变化就举牌。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同减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银行存款减少，短期借款减少。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天平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用银行存款买一台设备 8 万。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现在你：是本组这种变化就举牌。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左边一增一减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固定资产增加，银行存款减少。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天平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用资本公积 3 万转增实收资本。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现在你：是本组这种变化就举牌。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右边一增一减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实收资本增加，资本公积减少。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下一节带红笔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下一节带一支红笔。用来找茬，不是用来自己填。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不带红笔：用另一支颜色，或画圈。不要和制单的字混色。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自己填用黑笔或蓝笔。找茬用红笔。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现在你：把「带红笔」写在册子今天这一页最上面。不用交。下节课带来。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书后题怎么算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每个项目只做收工页写明的那几道。不是全做。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不用交本子。下节课开头 3 分钟对答案，抽人举册子。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写了 2 分。能讲清 5 分。没写跳过，不批评。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大量写凭证放在实训和项目四课堂，不收 42 本。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现在你：看收工页。先别写。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　收工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① 给「小新答不上来」配音 20 秒，发群。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② 教材本项目判断题前 3 道。写在册子或教材上。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不用交。下节课抽人对判断题。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现在你：课后做这两件。不用交本子。配音发群。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　收工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① 抄 3 个还不熟的科目，各写一句：增加记借还是贷。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② 教材本项目「指出借方贷方」第 1、第 2 道。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不用交。下节课抽人对。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现在你：课后做这两件。不用交本子。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项目三　收工 + 带红笔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① 教材本项目账簿分类判断题前 3 道。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② 下一节带红笔。把「带红笔」写在册子上。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不用交本子。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现在你：写下「带红笔」。课后做 3 道判断。不用交。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项目四　收工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① 四格连环画配音 40 秒，说清借什么贷什么，发群。只说通用记账凭证。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② 再填一张：银行存款付电费 800。审核栏空着。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不用交。下节课做找茬挑战。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现在你：课后配音发群。再填一张练习纸。不用交。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