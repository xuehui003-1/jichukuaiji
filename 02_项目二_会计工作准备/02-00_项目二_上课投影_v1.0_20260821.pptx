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不要说第几周。学生只看绿色条。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规则同项目一，说短一点。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名字最后给。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几乎所有人都会说分类。对了。名字后给。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知道就行。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口头两句就过。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90-B2。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　会计工作准备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记账之前，先把规矩定清楚。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现在你：拿出记录册，翻到项目二。册子这堂课带着，下课带走，不用交。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这堂课你怎么跟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抽到你：把册子举起来，不用说一个字。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写了 2 分，写好或愿意念 5 分，没写跳过。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不用交。不用举手抢答。不用提醒老师加分。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没抽到也把字留下。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现在你：听老师。先别写。不用交。不用举手。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今天先搞懂什么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1. 记谁的账，不记谁的账。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2. 钱没到手，这个月算不算。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3. 纸条怎么分进抽屉——抽屉就是会计科目。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4. 借和贷只是左边和右边，不是「我欠你」。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5. 一笔业务动两个池子，两边要平。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现在你：听老师。先别写。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宿舍有个公共钱罐。小新说「回头还」。缺的那笔，到底算谁的？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钱罐是公共的；小新说的那句。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宿舍的公共钱罐</a:t>
            </a:r>
          </a:p>
        </p:txBody>
      </p:sp>
      <p:pic>
        <p:nvPicPr>
          <p:cNvPr id="4" name="Picture 3" descr="项目二-01_宿舍的公共钱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项目二第1暂停点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小新错在哪？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他说「回头还」，那缺的三百二算谁的？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写在自己册子上。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店的钱和老板自己的钱，是两个罐子。混在一起，账就乱了。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两个罐子分别写着什么。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两个罐子</a:t>
            </a:r>
          </a:p>
        </p:txBody>
      </p:sp>
      <p:pic>
        <p:nvPicPr>
          <p:cNvPr id="4" name="Picture 3" descr="项目二-02_两个罐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项目二第2暂停点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如果王老板拿店里的钱给自己买了双鞋，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这笔钱该记在店的账上吗？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先表态，再写一句为什么。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开店记账之前，先定四件事。下一张是四张小图，你来归纳。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四件事分别是什么，用你自己的话。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开店之前先定四件事</a:t>
            </a:r>
          </a:p>
        </p:txBody>
      </p:sp>
      <p:pic>
        <p:nvPicPr>
          <p:cNvPr id="4" name="Picture 3" descr="项目二-03_奶茶店的四个前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项目二第3暂停点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看这四张图，开店记账之前要先定哪四件事？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用你自己的话写。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不要求术语。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项目二第4暂停点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如果一家店确定下个月就要关门，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它的账要怎么变？举一个例子。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想一个具体变化就行。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现在你：拿出记录册，写在「项目二第4暂停点」。写完不用交、不用举手、不用喊老师加分。老师会抽三个人看册子；抽到你就把册子举起来。没抽到也把字留下。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货送了，钱还没收到。这个月算不算这笔收入？你先表态。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货已经走了；钱还没进账。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货送了，钱没收</a:t>
            </a:r>
          </a:p>
        </p:txBody>
      </p:sp>
      <p:pic>
        <p:nvPicPr>
          <p:cNvPr id="4" name="Picture 3" descr="项目二-04_钱没到手算不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项目二第5暂停点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你觉得算不算？先表个态，再写一句理由。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对错先不管，把态度写下。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现在你：拿出记录册，写在「项目二第5暂停点」。写完不用交、不用举手、不用喊老师加分。老师会抽三个人看册子；抽到你就把册子举起来。没抽到也把字留下。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同一个月，两种算法，得数不一样。差在哪一笔？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左右两种算法各算了什么。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同一个月，两种算法</a:t>
            </a:r>
          </a:p>
        </p:txBody>
      </p:sp>
      <p:pic>
        <p:nvPicPr>
          <p:cNvPr id="4" name="Picture 3" descr="项目二-05_两种算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项目二第6暂停点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这两种算法，差在哪一笔？为什么会差？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现在你：拿出记录册，写在「项目二第6暂停点」。写完不用交、不用举手、不用喊老师加分。老师会抽三个人看册子；抽到你就把册子举起来。没抽到也把字留下。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项目二第7暂停点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为什么企业不能用「收到钱才算」这种算法？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想一个能被钻空子的例子。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能想出「推迟收款让利润变小」「提前催款让利润变大」这类例子，抽到你算 5 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现在你：拿出记录册，写在「项目二第7暂停点」。这题难一点，写对了抽到你算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同一台机器，五个价。记账时用哪一个？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五个价分别是什么意思。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一台机器，五个价</a:t>
            </a:r>
          </a:p>
        </p:txBody>
      </p:sp>
      <p:pic>
        <p:nvPicPr>
          <p:cNvPr id="4" name="Picture 3" descr="项目二-15_一台机器五个价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项目二第21暂停点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同一台机器有五个价。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你觉得记账时该用哪一个？为什么？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现在你：拿出记录册，写在「项目二第21暂停点」。写完不用交、不用举手、不用喊老师加分。老师会抽三个人看册子；抽到你就把册子举起来。没抽到也把字留下。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一份好账要过八关。哪两条最容易被老板违反？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八条要求。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一份好账，要过八关</a:t>
            </a:r>
          </a:p>
        </p:txBody>
      </p:sp>
      <p:pic>
        <p:nvPicPr>
          <p:cNvPr id="4" name="Picture 3" descr="项目二-16_一份好账要过八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项目二第22暂停点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这八条里，挑出你觉得最容易被老板违反的两条，写下为什么。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现在你：拿出记录册，写在「项目二第22暂停点」。写完不用交、不用举手、不用喊老师加分。老师会抽三个人看册子；抽到你就把册子举起来。没抽到也把字留下。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一个月两百多张纸条。不分类，翻都翻不完。你会怎么整理？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纸条有多少、有多乱。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一个月两百多张</a:t>
            </a:r>
          </a:p>
        </p:txBody>
      </p:sp>
      <p:pic>
        <p:nvPicPr>
          <p:cNvPr id="4" name="Picture 3" descr="项目二-06_一堆纸条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项目二第8暂停点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如果是你，你会怎么整理这两百张纸条？写出你的办法。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先写你的办法。名字老师后说。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现在你：拿出记录册，写在「项目二第8暂停点」。写完不用交、不用举手、不用喊老师加分。老师会抽三个人看册子；抽到你就把册子举起来。没抽到也把字留下。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你刚想的那个办法，会计上叫「科目」——就是抽屉。看怎么分。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六个抽屉的标签。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分成抽屉</a:t>
            </a:r>
          </a:p>
        </p:txBody>
      </p:sp>
      <p:pic>
        <p:nvPicPr>
          <p:cNvPr id="4" name="Picture 3" descr="项目二-07_分成抽屉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项目二第9暂停点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图上那堆纸条里挑五张，分别该进哪个抽屉？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照着标签写。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现在你：拿出记录册，写在「项目二第9暂停点」。写完不用交、不用举手、不用喊老师加分。老师会抽三个人看册子；抽到你就把册子举起来。没抽到也把字留下。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项目二第10暂停点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这六个抽屉，分别属于六大类里的哪一类？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现在你：拿出记录册，写在「项目二第10暂停点」。写完不用交、不用举手、不用喊老师加分。老师会抽三个人看册子；抽到你就把册子举起来。没抽到也把字留下。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项目二第11暂停点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翻一下科目表，找出三个你完全看不懂名字的科目，抄下来。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翻 02-E2 或教材扉页那张表。不用交表。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现在你：拿出记录册，写在「项目二第11暂停点」。写完不用交、不用举手、不用喊老师加分。老师会抽三个人看册子；抽到你就把册子举起来。没抽到也把字留下。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抽屉还有总的和细的。看一眼就行，不用写。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总账和明细账差在哪。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总账和明细账</a:t>
            </a:r>
          </a:p>
        </p:txBody>
      </p:sp>
      <p:pic>
        <p:nvPicPr>
          <p:cNvPr id="4" name="Picture 3" descr="项目二-21_总账明细账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现在你：看图听老师。不用写。不用交。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六个大类长什么样。发科目表时对着这张看。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六大类各自有哪些。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六大类科目全景</a:t>
            </a:r>
          </a:p>
        </p:txBody>
      </p:sp>
      <p:pic>
        <p:nvPicPr>
          <p:cNvPr id="4" name="Picture 3" descr="项目二-22_六大类科目全景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现在你：看图。对照你手里的科目表。不用抄完。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每个抽屉都有左右两半。库存现金这个抽屉，左边进、右边出。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丁字的左右两边记了什么。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抽屉长什么样</a:t>
            </a:r>
          </a:p>
        </p:txBody>
      </p:sp>
      <p:pic>
        <p:nvPicPr>
          <p:cNvPr id="4" name="Picture 3" descr="项目二-08_丁字账户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项目二第12暂停点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库存现金这个抽屉，左边记了 5000、2000、800，右边记了 1200、600。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现在还剩多少？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算一下。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现在你：拿出记录册，写在「项目二第12暂停点」。写完不用交、不用举手、不用喊老师加分。老师会抽三个人看册子；抽到你就把册子举起来。没抽到也把字留下。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项目二第13暂停点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小新问得好。你觉得为什么左边叫「借」，右边叫「贷」？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先猜。下一张才揭穿。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现在你：拿出记录册，写在「项目二第13暂停点」。写完不用交、不用举手、不用喊老师加分。老师会抽三个人看册子；抽到你就把册子举起来。没抽到也把字留下。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借和贷，不是「我欠你」「你欠我」。只是左边和右边的记号。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两个字被划掉、换成左和右。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借和贷，不是那个意思</a:t>
            </a:r>
          </a:p>
        </p:txBody>
      </p:sp>
      <p:pic>
        <p:nvPicPr>
          <p:cNvPr id="4" name="Picture 3" descr="项目二-09_借贷只是记号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项目二第14暂停点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用你自己的话写一句——「借」和「贷」到底是什么意思？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不要抄书。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现在你：拿出记录册，写在「项目二第14暂停点」。写完不用交、不用举手、不用喊老师加分。老师会抽三个人看册子；抽到你就把册子举起来。没抽到也把字留下。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我们用的是右边这种：一笔生意，两边都记。左边那种不管。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左右两种记账法。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单式 vs 复式</a:t>
            </a:r>
          </a:p>
        </p:txBody>
      </p:sp>
      <p:pic>
        <p:nvPicPr>
          <p:cNvPr id="4" name="Picture 3" descr="项目二-20_三种记账法对比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现在你：看图听老师。知道我们用右边这种。不用写。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六个水池，左进右出。一笔业务会动两个池子。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六个池子的名字；管子怎么连。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六个水池</a:t>
            </a:r>
          </a:p>
        </p:txBody>
      </p:sp>
      <p:pic>
        <p:nvPicPr>
          <p:cNvPr id="4" name="Picture 3" descr="项目二-10_六个水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2986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项目二第15暂停点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王老板往店里投了 20 万现金。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哪个池子的水多了？从哪根管子进的？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现在你：拿出记录册，写在「项目二第15暂停点」。写完不用交、不用举手、不用喊老师加分。老师会抽三个人看册子；抽到你就把册子举起来。没抽到也把字留下。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花 8 万买奶茶机。动两个池子。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哪个进、哪个出。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一笔业务，动两个池子</a:t>
            </a:r>
          </a:p>
        </p:txBody>
      </p:sp>
      <p:pic>
        <p:nvPicPr>
          <p:cNvPr id="4" name="Picture 3" descr="项目二-11_一笔业务两个池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项目二第16暂停点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王老板花 8 万买奶茶机。动了哪两个池子？各是进还是出？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现在你：拿出记录册，写在「项目二第16暂停点」。写完不用交、不用举手、不用喊老师加分。老师会抽三个人看册子；抽到你就把册子举起来。没抽到也把字留下。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项目二第17暂停点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王老板跟银行借 10 万。动了哪两个池子？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现在你：拿出记录册，写在「项目二第17暂停点」。写完不用交、不用举手、不用喊老师加分。老师会抽三个人看册子；抽到你就把册子举起来。没抽到也把字留下。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天平又出现了。有借必有贷，两边金额要相等。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借方合计、贷方合计。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有借必有贷</a:t>
            </a:r>
          </a:p>
        </p:txBody>
      </p:sp>
      <p:pic>
        <p:nvPicPr>
          <p:cNvPr id="4" name="Picture 3" descr="项目二-12_有借必有贷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项目二第18暂停点　请写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刚才那三笔业务，借方一共多少？贷方一共多少？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现在你：拿出记录册，写在「项目二第18暂停点」。写完不用交、不用举手、不用喊老师加分。老师会抽三个人看册子；抽到你就把册子举起来。没抽到也把字留下。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这张表对不上。漏了一笔。你来找。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哪一行借贷不平。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一张对不上的表</a:t>
            </a:r>
          </a:p>
        </p:txBody>
      </p:sp>
      <p:pic>
        <p:nvPicPr>
          <p:cNvPr id="4" name="Picture 3" descr="项目二-13_试算平衡表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项目二第19暂停点　请写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看表格，哪一笔记漏了？漏的是借方还是贷方？金额多少？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找出来抽到你算 5 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现在你：拿出记录册，写在「项目二第19暂停点」。这题难一点，写对了抽到你算 5 分。不用自己提醒老师加分。不用交。不用举手（抽到再举册子）。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先看一张对的，再看两张错的。对照着找。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先记住对的长什么样。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找茬①　这张是对的</a:t>
            </a:r>
          </a:p>
        </p:txBody>
      </p:sp>
      <p:pic>
        <p:nvPicPr>
          <p:cNvPr id="4" name="Picture 3" descr="项目二-17_找茬第1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现在你：看图。这张是对的，先记住。不用写。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找茬②　错在哪</a:t>
            </a:r>
          </a:p>
        </p:txBody>
      </p:sp>
      <p:pic>
        <p:nvPicPr>
          <p:cNvPr id="4" name="Picture 3" descr="项目二-18_找茬第2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现在你：看图，找错。先别急着写，下一张还有一张。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找茬③　这张又错在哪</a:t>
            </a:r>
          </a:p>
        </p:txBody>
      </p:sp>
      <p:pic>
        <p:nvPicPr>
          <p:cNvPr id="4" name="Picture 3" descr="项目二-19_找茬第3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现在你：看图找错。写在刚才那一题旁边也行，不用另起一页。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看到一笔业务，走三步。以后每次做分录都照着走。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三步分别是什么。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看到一笔业务，走三步</a:t>
            </a:r>
          </a:p>
        </p:txBody>
      </p:sp>
      <p:pic>
        <p:nvPicPr>
          <p:cNvPr id="4" name="Picture 3" descr="项目二-14_三步口诀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项目二第20暂停点　请写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把这三步抄在册子上。以后每次做分录都照着走。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就抄三步。不用交。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现在你：拿出记录册，写在「项目二第20暂停点」。写完不用交、不用举手、不用喊老师加分。老师会抽三个人看册子；抽到你就把册子举起来。没抽到也把字留下。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先停一下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记录册合上放桌上。老师抽三个人举册子。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没抽到不用动。空白的老师跳过。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现在你：合上册子等抽。没抽到不用动。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时间够再用　不够就下课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后面几张是备用。老师说再用再看。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现在你：听老师。没说再用就不用写。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猜猜看：哪张是记账凭证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猜猜看：哪张是记账凭证</a:t>
            </a:r>
          </a:p>
        </p:txBody>
      </p:sp>
      <p:pic>
        <p:nvPicPr>
          <p:cNvPr id="4" name="Picture 3" descr="项目二-23_猜猜看三种凭证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排序：做分录四步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排序：做分录四步</a:t>
            </a:r>
          </a:p>
        </p:txBody>
      </p:sp>
      <p:pic>
        <p:nvPicPr>
          <p:cNvPr id="4" name="Picture 3" descr="项目二-24_排序做分录四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找茬：四道分录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找茬：四道分录</a:t>
            </a:r>
          </a:p>
        </p:txBody>
      </p:sp>
      <p:pic>
        <p:nvPicPr>
          <p:cNvPr id="4" name="Picture 3" descr="项目二-25_找茬四道分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连线：科目归哪一类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连线：科目归哪一类</a:t>
            </a:r>
          </a:p>
        </p:txBody>
      </p:sp>
      <p:pic>
        <p:nvPicPr>
          <p:cNvPr id="4" name="Picture 3" descr="项目二-26_连线科目归类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先听一句　再看图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备用。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看图时请盯住：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同一笔生意，算在哪个月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现在你：听老师把背景说完。先别写。下一张才是图。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同一笔生意，算在哪个月</a:t>
            </a:r>
          </a:p>
        </p:txBody>
      </p:sp>
      <p:pic>
        <p:nvPicPr>
          <p:cNvPr id="4" name="Picture 3" descr="项目二-27_对比两种基础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8534400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现在你：看图，听老师配音。先别动笔。不用交。不用举手。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"/>
            <a:ext cx="11521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离开教室之前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记谁的账。钱没到手这个月算不算。抽屉就是科目。借和贷是左右，不是欠钱。一笔业务动两个池子，两边要平。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册子带走。不用交。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96188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现在你：合上册子带走。不用交。不用举手。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下课前看这一页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① 翻科目表，抄 3 个还不熟的科目，各写一句：增加记借还是贷。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为什么：上课只见过抽屉，课后要自己说出这个科目增加走哪一边。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② 教材本项目练习：指出借方贷方，做第 1、第 2 道。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为什么：用书上的题，走一遍「一笔业务动两个池子」。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不用交。下节课抽人对。写了 2 分，讲得清 5 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现在你：课后做上面两件事。不用交本子。下节课抽人看册子。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