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财务机器人应用与开发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说 课 课 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9E2F3"/>
                </a:solidFill>
                <a:latin typeface="微软雅黑"/>
                <a:ea typeface="微软雅黑"/>
              </a:rPr>
              <a:t>新道智多星 RPA 设计器（离线版） × AI 智能流程自动化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9E2F3"/>
                </a:solidFill>
                <a:latin typeface="微软雅黑"/>
                <a:ea typeface="微软雅黑"/>
              </a:rPr>
              <a:t>2026—2027 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3504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B4C3D7"/>
                </a:solidFill>
                <a:latin typeface="微软雅黑"/>
                <a:ea typeface="微软雅黑"/>
              </a:rPr>
              <a:t>文档编号 01 ｜ v1.0 ｜ 2026-08-26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说课框架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说教材 —— 课程定位与教学工具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说学情 —— 学生已经会什么、缺什么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说目标 —— 知识 · 技能 · 素养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说内容 —— 原有六项目 + 新增项目七（AI）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说教法 —— 「AI 点睛」机制 + 创意任务库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说评价 —— 过程性积分 + 作品化考核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说特色 —— 主线稳、点睛活、AI 成体系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说教材：课程定位与工具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一门教学生「指挥数字员工」的课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>
                <a:solidFill>
                  <a:srgbClr val="262626"/>
                </a:solidFill>
                <a:latin typeface="微软雅黑"/>
                <a:ea typeface="微软雅黑"/>
              </a:rPr>
              <a:t>● 课程性质：会计类专业必修/选修，衔接《基础会计》的凭证、账簿、报表知识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62626"/>
                </a:solidFill>
                <a:latin typeface="微软雅黑"/>
                <a:ea typeface="微软雅黑"/>
              </a:rPr>
              <a:t>● 核心一句话：RPA 是手，AI 是脑 —— 机器人负责干活，AI 负责想事，学生负责指挥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62626"/>
                </a:solidFill>
                <a:latin typeface="微软雅黑"/>
                <a:ea typeface="微软雅黑"/>
              </a:rPr>
              <a:t>● 演示与实训：新道智多星 RPA 设计器（离线版，机房不依赖外网）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62626"/>
                </a:solidFill>
                <a:latin typeface="微软雅黑"/>
                <a:ea typeface="微软雅黑"/>
              </a:rPr>
              <a:t>● AI 平台：云端大模型 + 智能体平台（扣子 / Dify / 腾讯元器等，开学前比选定）</a:t>
            </a:r>
          </a:p>
          <a:p>
            <a:pPr>
              <a:spcAft>
                <a:spcPts val="1200"/>
              </a:spcAft>
            </a:pPr>
            <a:r>
              <a:rPr sz="1700" b="1">
                <a:solidFill>
                  <a:srgbClr val="262626"/>
                </a:solidFill>
                <a:latin typeface="微软雅黑"/>
                <a:ea typeface="微软雅黑"/>
              </a:rPr>
              <a:t>● 数据协作：飞书多维表格（主用）+ 企业微信（日常通知）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4572000"/>
          <a:ext cx="10515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7010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工具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承担的任务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智多星 RPA 设计器（离线版）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六大项目主线：变量命令、Excel/浏览器/邮件自动化、税务机器人</a:t>
                      </a:r>
                    </a:p>
                  </a:txBody>
                  <a:tcPr anchor="ctr"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说学情：已经会什么、缺什么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已有基础：学过《基础会计》，看得懂凭证、账簿、报表 —— 财务语言无障碍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工具习惯：熟悉企业微信、飞书；对短视频、AI 生成内容天然亲近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AI 基础：零基础 —— 好奇与畏难并存，需要「先看热闹，再学门道」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学习偏好：喜欢有作品、能展示、被投票的任务，反感纯讲纯记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教学设计对策：每课 10–15 分钟「AI 点睛」降低门槛；课后任务全部作品化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说教学目标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三维目标 · 可检测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373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8763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具体目标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知识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理解 RPA 与 AI 在财务中的作用；掌握智多星变量、命令、自动化组件；理解智能体、知识库、提示词等 AI 核心概念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技能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能用智多星开发基础财务机器人（发票查验、信息查验、发票开具等）；能搭建财务问答智能体、建设财务知识库、用 AI 整理财务资料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素养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数据安全意识（凭证脱敏）；人机协同观；复核与批判思维 —— 机器人和 AI 都可能错</a:t>
                      </a:r>
                    </a:p>
                  </a:txBody>
                  <a:tcPr anchor="ctr"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说内容（上）：原有六大项目 · 26 课时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沿用智多星设计器主线，内容与顺序不变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37360"/>
          <a:ext cx="1051559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231"/>
                <a:gridCol w="6087978"/>
                <a:gridCol w="129138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主要内容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课时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项目一 说课与 RPA 认知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说课；AI 发展与职业规划；RPA 介绍；财务共享智能场景；商科应用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项目二 初识 RPA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基本介绍；工具介绍；智能财务与流程优化；智多星注册及安装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项目三 变量与命令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数值/字符/文件/时间/日期变量；命令的含义、区分与应用场景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项目四 自动化处理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Excel / 浏览器 / 邮件自动化；屏幕录制；OCR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项目五 实施方法论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需求评估 → 方案设计 → 配置开发 → 改进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项目六 税务机器人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验证码识别；发票查验；企业信息查验；发票开具机器人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说内容（下）：新增项目七 · AI 智能流程自动化 · 6 课时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今年新增：让「RPA 的手」接上「AI 的脑」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37360"/>
          <a:ext cx="105155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873"/>
                <a:gridCol w="7932821"/>
                <a:gridCol w="110690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课时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 1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生成式 AI 与财务提示词：原理、四要素、财务场景练习、AI 伦理与数据安全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 2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财务知识库建设：报销制度/税法要点 → 上传切片 → 问答验证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 3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智能体财务助手：搭「财务政策问答助手」，演示智多星取数 + 助手解读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任务 4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AIGC 财务资料整理与多维表格：单据清单、分析报告、飞书多维表格 AI 字段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说教法：每课 10–15 分钟「AI 点睛」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四原则：扣题 · 有来路 · 有逻辑链 · 可复现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37360"/>
          <a:ext cx="1051559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6458"/>
                <a:gridCol w="6275438"/>
                <a:gridCol w="271370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点睛玩法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回扣知识点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一 认知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「财务部来了新同事」：当堂演示生成 AI 员工→起名建档→财务文本辨别赛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AI＝机器人的“大脑同事”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二 初识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「一句话造机器人」：大白话→AI 出步骤→人机步骤 PK→组件落地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流程是机器人的灵魂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三 变量命令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「机器人诊室」：AI 翻译报错 +「命令卧底」找错命令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命令错一步，全流程错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四 自动化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「三个数字员工一台戏」：OCR 识别→AI 审核→自动录入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自动化是流水线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五 方法论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「机器人项目立项会」：AI 顾问连环追问，整理《需求说明书》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好机器人来自好提问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六 税务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「机器人成果发布会」：AI 三种风格播报，台下拿原始数据核对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越花哨越要复核</a:t>
                      </a:r>
                    </a:p>
                  </a:txBody>
                  <a:tcPr anchor="ctr"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说教法：创意任务库 —— 作品即作业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原则：有作品、能展示、可投票；优秀作品进「班级彩蛋库」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37360"/>
          <a:ext cx="1051559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1747"/>
                <a:gridCol w="6087978"/>
                <a:gridCol w="147587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玩法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形式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T1 给 AI 数字员工配音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AI 生成「数字员工的一天」短视频，学生配音：方言版/外语版/纪录片版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课后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T2 AI 连环画＋配音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《一张发票的旅行》6–8 格连环画，写台词配音，剪映合成有声漫画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课后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T3 机器人新品发布会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期末路演：每组机器人演示 + 答辩 + 全班投票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期末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T5 流水线接力赛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6 人扮演组件，凭证接力，出错全组返工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课内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T6 抓 bug 大赛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带病流程找 bug 写诊断书，评「高级调试员」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课后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T8 机器人「员工简历」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技能、弱点、「绝对不能让它干的 3 件事」，贴墙展示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课后</a:t>
                      </a:r>
                    </a:p>
                  </a:txBody>
                  <a:tcPr anchor="ctr"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说评价：过程性 + 作品化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5155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294"/>
                <a:gridCol w="6825915"/>
                <a:gridCol w="129138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类别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过程性（60%）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课堂任务积分（2 分/5 分机制，衔接基础会计课）；课后作品入彩蛋库加分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40%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机器人流程作业（需求说明书、抓 bug 诊断书、机器人简历）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期末（40%）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机器人新品发布会：机器人演示 + AI 助手演示 + 答辩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40%</a:t>
                      </a:r>
                    </a:p>
                  </a:txBody>
                  <a:tcPr anchor="ctr"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说进度：16 周 × 2 课时 = 32 课时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37360"/>
          <a:ext cx="1051559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842"/>
                <a:gridCol w="4796589"/>
                <a:gridCol w="3874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周次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亮点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 1–2 周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项目一 说课与 RPA 认知（3）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「财务部来了新同事」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 2–3 周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项目二 初识 RPA（4）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「一句话造机器人」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 4–6 周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项目三 变量与命令（6）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「机器人诊室」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 7–9 周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项目四 自动化处理（6）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「三个数字员工一台戏」+ 配音任务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 10 周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项目五 实施方法论（2）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「机器人项目立项会」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 11–13 周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项目六 税务机器人（5）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「机器人成果发布会」</a:t>
                      </a:r>
                    </a:p>
                  </a:txBody>
                  <a:tcPr anchor="ctr" marL="54864" marR="54864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第 14–16 周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项目七 AI 智能流程自动化（6）</a:t>
                      </a:r>
                    </a:p>
                  </a:txBody>
                  <a:tcPr anchor="ctr" marL="54864" marR="54864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结课「新品发布会」</a:t>
                      </a:r>
                    </a:p>
                  </a:txBody>
                  <a:tcPr anchor="ctr" marL="54864" marR="54864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E79"/>
                </a:solidFill>
                <a:latin typeface="微软雅黑"/>
                <a:ea typeface="微软雅黑"/>
              </a:rPr>
              <a:t>说特色与创新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2011680" cy="45720"/>
          </a:xfrm>
          <a:prstGeom prst="rect">
            <a:avLst/>
          </a:prstGeom>
          <a:solidFill>
            <a:srgbClr val="C659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59"/>
                </a:solidFill>
                <a:latin typeface="微软雅黑"/>
                <a:ea typeface="微软雅黑"/>
              </a:rPr>
              <a:t>《财务机器人应用与开发》说课 · 文档编号 01 · v1.0 · 2026-08-26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主线稳：智多星六大项目全覆盖，教学内容与原有课程无缝衔接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点睛活：每课 10–15 分钟 AI 点睛，全部紧扣财务机器人主题，逻辑链完整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AI 成体系：项目七把智能体、知识库、AIGC、多维表格讲成一个整体，不碎片化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作品即作业：配音连环画、发布会、抓 bug 大赛 —— 学生学得开心，考核拿得出作品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262626"/>
                </a:solidFill>
                <a:latin typeface="微软雅黑"/>
                <a:ea typeface="微软雅黑"/>
              </a:rPr>
              <a:t>● 沉淀可复用：课件、案例、机器人流程按编号存于 RPA 工作空间，逐年迭代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敬请各位领导、老师指导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9E2F3"/>
                </a:solidFill>
                <a:latin typeface="微软雅黑"/>
                <a:ea typeface="微软雅黑"/>
              </a:rPr>
              <a:t>让机器人干活，让 AI 想事，让学生爱上指挥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