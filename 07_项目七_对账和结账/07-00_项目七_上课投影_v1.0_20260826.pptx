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9.jpg"/><Relationship Id="rId5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项目七　对账和结账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CC80"/>
                </a:solidFill>
                <a:latin typeface="微软雅黑"/>
                <a:ea typeface="微软雅黑"/>
              </a:rPr>
              <a:t>账上的数，和真的数，对不上怎么办。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现在你：拿出记录册，翻到项目七。册子这堂课带着，下课带走，不用交。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图放完，老师会抽三个人。抽到你：把册子举起来就行，不用说一个字。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写了：2 分。写得好或愿意念：这题算 5 分。没写：老师跳过，不批评。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册子不用交。不用举手抢答。不用提醒老师给自己加分。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没抽到你，字也要留下——这本册子你一直带着。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账上的数和柜子里的数对不上，先查为什么。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差额先进中转站，查清了再出去。这个科目月底不能留余额。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调节表只拿来对账，不算改账。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4. 结账划红线：月结一条，年结两条。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账上写着三万，柜子里只有两万八。中间那道缝，就是这一个项目要处理的。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左边账上的数；右边真的数。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账上的钱，和真的钱</a:t>
            </a:r>
          </a:p>
        </p:txBody>
      </p:sp>
      <p:pic>
        <p:nvPicPr>
          <p:cNvPr id="4" name="Picture 3" descr="项目七-01_账上的钱和真的钱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项目七第1暂停点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账上写着 30000，柜子里只有 28000。你觉得可能是什么原因？想到几条写几条。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对账要过四道关。第三关最大，因为要对实物。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四道关分别对什么。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对账，要过四道关</a:t>
            </a:r>
          </a:p>
        </p:txBody>
      </p:sp>
      <p:pic>
        <p:nvPicPr>
          <p:cNvPr id="4" name="Picture 3" descr="项目七-02_对账四道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项目七第2暂停点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「银行存款日记账」跟「银行寄来的对账单」核对，这属于第几关？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四种情况，该数全部还是数一部分。先猜，不用写。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年度决算、保管员调动、每日现金、受灾。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猜猜看：该数全部还是数一部分</a:t>
            </a:r>
          </a:p>
        </p:txBody>
      </p:sp>
      <p:pic>
        <p:nvPicPr>
          <p:cNvPr id="4" name="Picture 3" descr="项目七-03_猜猜看清查种类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现在你：看图猜。先别翻书。不用写。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两种记法：随时记下发出的，还是最后倒着算。看「发出」那一栏是满的还是空的。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发出栏满还是空。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两种记法：随时记，还是最后倒着算</a:t>
            </a:r>
          </a:p>
        </p:txBody>
      </p:sp>
      <p:pic>
        <p:nvPicPr>
          <p:cNvPr id="4" name="Picture 3" descr="项目七-04_两种盘存制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现在你：看图听老师。这张不用写。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盘点现金。抽屉里四样东西，不都算钱。白条抵不了库存。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哪几样是钱，哪几样不是。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盘点现金：抽屉里都有什么</a:t>
            </a:r>
          </a:p>
        </p:txBody>
      </p:sp>
      <p:pic>
        <p:nvPicPr>
          <p:cNvPr id="4" name="Picture 3" descr="项目七-05_盘点现金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项目七第3暂停点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图上钱箱里有四样东西。哪几样能算进「现金实存数」？为什么？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发现差额，不能直接记费用。先放进中转站。查清了才能出站。月底站里不能留人。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入口；两个出口；「不能有余额」那张告示。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中转站：钱在这里只能待一会儿</a:t>
            </a:r>
          </a:p>
        </p:txBody>
      </p:sp>
      <p:pic>
        <p:nvPicPr>
          <p:cNvPr id="4" name="Picture 3" descr="项目七-06_中转站模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项目七第4暂停点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为什么发现差额时不能直接记「管理费用」，非要先经过中转站？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现金少了 100 块：发现、查清、转出。进站再出站，站要空。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三格分别是进站、查明、出站。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连环画① 少了 100 块</a:t>
            </a:r>
          </a:p>
        </p:txBody>
      </p:sp>
      <p:pic>
        <p:nvPicPr>
          <p:cNvPr id="4" name="Picture 3" descr="项目七-07_连环画1现金短缺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项目七第5暂停点　请写 45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清查时发现现金多出来 200 元，一直查不出原因。写出发现时和批准后的两笔分录。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四种「还没走到」的钱。没有一笔是记错的，纯粹是时间差。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谁已经记了；收还是付。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四种还没走到的钱</a:t>
            </a:r>
          </a:p>
        </p:txBody>
      </p:sp>
      <p:pic>
        <p:nvPicPr>
          <p:cNvPr id="4" name="Picture 3" descr="项目七-08_四种未达账项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现在你：看图听老师。先别写。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调节表：两边都调，最后碰头。对方已经记了、我还没记的，我这边要调。调节表不改账。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加什么、减什么；最下面那句话。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银行存款余额调节表</a:t>
            </a:r>
          </a:p>
        </p:txBody>
      </p:sp>
      <p:pic>
        <p:nvPicPr>
          <p:cNvPr id="4" name="Picture 3" descr="项目七-09_余额调节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项目七第6暂停点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银行代企业付了电费 183 元，银行已经记了，企业还没接到通知。编调节表时，企业这边应该加还是减？金额多少？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项目七第7暂停点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调节表算完了，两边都是 290000。这时候要不要编一张记账凭证，把账改成 290000？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仓库里多出来 60 千克。多出来的东西，也要先进中转站。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进站那一笔；出站转到哪。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连环画② 仓库里多出来 60 千克</a:t>
            </a:r>
          </a:p>
        </p:txBody>
      </p:sp>
      <p:pic>
        <p:nvPicPr>
          <p:cNvPr id="4" name="Picture 3" descr="项目七-10_连环画2存货盘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现在你：看图听老师。先别写。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一批料毁损了。东西白白没了，当初抵的税也得吐出来。进出两笔加起来要相等。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进项税额转出；出站几笔加起来等不等于进来的数。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连环画③ 一批料毁损了</a:t>
            </a:r>
          </a:p>
        </p:txBody>
      </p:sp>
      <p:pic>
        <p:nvPicPr>
          <p:cNvPr id="4" name="Picture 3" descr="项目七-11_连环画3存货毁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项目七第8暂停点　请写 50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盘亏甲产品 6 件，每件 35 元，共 210 元。查明是员工失职造成的，应由他赔。写出发现时和批准后的两笔分录。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这题难一点。两笔都对、中转站清空，抽到你算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现在你：拿出记录册，写在「项目七第8暂停点」。这题难一点，写对了抽到你算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项目七第9暂停点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中转站「期末不能有余额」。如果月底还挂着 3000 块没转走，说明什么？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欠人的和人欠的，也要对一遍。对账单寄出去，对方盖章寄回来。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一去一回两个箭头。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往来对账单</a:t>
            </a:r>
          </a:p>
        </p:txBody>
      </p:sp>
      <p:pic>
        <p:nvPicPr>
          <p:cNvPr id="4" name="Picture 3" descr="项目七-12_往来对账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现在你：看图听老师。不用写。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结账四步，一步都不能少。最后一步是封箱。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四步的顺序。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结账四步，一步都不能少</a:t>
            </a:r>
          </a:p>
        </p:txBody>
      </p:sp>
      <p:pic>
        <p:nvPicPr>
          <p:cNvPr id="4" name="Picture 3" descr="项目七-13_结账四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现在你：看图听老师。先别写。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同样是划红线，位置和条数都不一样。一条线月完了，两条线年完了。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月结一条；年结两条。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三条红线，画在哪不一样</a:t>
            </a:r>
          </a:p>
        </p:txBody>
      </p:sp>
      <p:pic>
        <p:nvPicPr>
          <p:cNvPr id="4" name="Picture 3" descr="项目七-14_三条红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项目七第10暂停点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12 月 31 日给「库存现金」总账结账。要写哪几个字？划几条线？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现在你：拿出记录册，写在「项目七第10暂停点」。写完不用交、不用举手、不用喊老师加分。老师会抽三个人看册子；抽到你就把册子举起来。没抽到也把字留下。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七个项目走到这里，账是这么走完的。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从发票到封箱这一条线。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账是这么走完的</a:t>
            </a:r>
          </a:p>
        </p:txBody>
      </p:sp>
      <p:pic>
        <p:nvPicPr>
          <p:cNvPr id="4" name="Picture 3" descr="项目七-15_全流程回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现在你：看图。不用写。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记录册先合上，放桌上。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老师抽三个人。抽到你：把册子举起来。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没抽到：不用动，也不用举手。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空白的，老师跳过，不说话。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现在你：合上册子等抽。没抽到不用动。不用提醒老师加分。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后面几张是备用。主线到上一页已经讲完。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老师说「再用」你再看。没说就收拾书包。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现在你：听老师。老师没说再用，就不用写、不用看。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备用。找茬：这张现金盘点报告表。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白条、签字、实存数。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找茬　这张现金盘点报告表</a:t>
            </a:r>
          </a:p>
        </p:txBody>
      </p:sp>
      <p:pic>
        <p:nvPicPr>
          <p:cNvPr id="4" name="Picture 3" descr="项目七-16_找茬盘点报告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备用。四种清查方法叫什么。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能一个一个点，还是只能推算。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猜猜看：四种清查方法</a:t>
            </a:r>
          </a:p>
        </p:txBody>
      </p:sp>
      <p:pic>
        <p:nvPicPr>
          <p:cNvPr id="4" name="Picture 3" descr="项目七-17_猜猜看四种清查方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备用。年底大清查，六步怎么排。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先记账、再盘点、后批准、最后做账。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排序：财产清查的六个步骤</a:t>
            </a:r>
          </a:p>
        </p:txBody>
      </p:sp>
      <p:pic>
        <p:nvPicPr>
          <p:cNvPr id="4" name="Picture 3" descr="项目七-18_排序清查步骤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备用。查清的原因，批准后进哪个科目。中转站不是终点。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其他应收款会用到两次。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连线：这种情况，进哪个科目</a:t>
            </a:r>
          </a:p>
        </p:txBody>
      </p:sp>
      <p:pic>
        <p:nvPicPr>
          <p:cNvPr id="4" name="Picture 3" descr="项目七-19_连线清查配科目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备用。现金多了和现金少了，方向正好反过来。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少了记借方，多了记贷方。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现金多了和现金少了</a:t>
            </a:r>
          </a:p>
        </p:txBody>
      </p:sp>
      <p:pic>
        <p:nvPicPr>
          <p:cNvPr id="4" name="Picture 3" descr="项目七-20_对比盘盈盘亏方向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离开教室之前记住这几句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差额先进中转站，查清再出站。月底站里不能留余额。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调节表只对账，不改账。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月结一条红线，年结两条。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00000"/>
            <a:ext cx="1170432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做什么：对着下面四张图，讲大约 40 秒，发班级群。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为什么：能说出中转站干什么、调节表为什么不改账，项目七才算过关。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怎么讲：①账和真的对不上  ②差额先进中转站、查清再出站  ③调节表两边调、不改账  ④月结一条线、年结两条线。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做完：发班级群。不用交本子。下节课抽几个人，愿意放给大家听的加分。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另外：教材本项目判断题前 3 道。写在册子或教材上。不用交。下节课抽人对一下。</a:t>
            </a:r>
          </a:p>
        </p:txBody>
      </p:sp>
      <p:pic>
        <p:nvPicPr>
          <p:cNvPr id="6" name="Picture 5" descr="项目七-01_账上的钱和真的钱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752367"/>
            <a:ext cx="2788920" cy="15696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1 账和真的</a:t>
            </a:r>
          </a:p>
        </p:txBody>
      </p:sp>
      <p:pic>
        <p:nvPicPr>
          <p:cNvPr id="8" name="Picture 7" descr="项目七-06_中转站模型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752367"/>
            <a:ext cx="2788920" cy="15696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544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2 中转站</a:t>
            </a:r>
          </a:p>
        </p:txBody>
      </p:sp>
      <p:pic>
        <p:nvPicPr>
          <p:cNvPr id="10" name="Picture 9" descr="项目七-09_余额调节表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752367"/>
            <a:ext cx="2788920" cy="15696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3056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3 调节表不改账</a:t>
            </a:r>
          </a:p>
        </p:txBody>
      </p:sp>
      <p:pic>
        <p:nvPicPr>
          <p:cNvPr id="12" name="Picture 11" descr="项目七-14_三条红线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7" y="2752367"/>
            <a:ext cx="2788920" cy="15696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4 月一条年两条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现在你：课后按上面的图录音，发班级群。不用交本子。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